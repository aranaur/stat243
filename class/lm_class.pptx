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1"/>
  </p:notesMasterIdLst>
  <p:sldIdLst>
    <p:sldId id="344" r:id="rId2"/>
    <p:sldId id="473" r:id="rId3"/>
    <p:sldId id="474" r:id="rId4"/>
    <p:sldId id="475" r:id="rId5"/>
    <p:sldId id="476" r:id="rId6"/>
    <p:sldId id="510" r:id="rId7"/>
    <p:sldId id="477" r:id="rId8"/>
    <p:sldId id="478" r:id="rId9"/>
    <p:sldId id="467" r:id="rId10"/>
    <p:sldId id="463" r:id="rId11"/>
    <p:sldId id="461" r:id="rId12"/>
    <p:sldId id="464" r:id="rId13"/>
    <p:sldId id="483" r:id="rId14"/>
    <p:sldId id="484" r:id="rId15"/>
    <p:sldId id="485" r:id="rId16"/>
    <p:sldId id="502" r:id="rId17"/>
    <p:sldId id="486" r:id="rId18"/>
    <p:sldId id="490" r:id="rId19"/>
    <p:sldId id="465" r:id="rId20"/>
    <p:sldId id="508" r:id="rId21"/>
    <p:sldId id="503" r:id="rId22"/>
    <p:sldId id="509" r:id="rId23"/>
    <p:sldId id="491" r:id="rId24"/>
    <p:sldId id="487" r:id="rId25"/>
    <p:sldId id="492" r:id="rId26"/>
    <p:sldId id="506" r:id="rId27"/>
    <p:sldId id="505" r:id="rId28"/>
    <p:sldId id="493" r:id="rId29"/>
    <p:sldId id="488" r:id="rId30"/>
    <p:sldId id="494" r:id="rId31"/>
    <p:sldId id="495" r:id="rId32"/>
    <p:sldId id="507" r:id="rId33"/>
    <p:sldId id="496" r:id="rId34"/>
    <p:sldId id="504" r:id="rId35"/>
    <p:sldId id="489" r:id="rId36"/>
    <p:sldId id="497" r:id="rId37"/>
    <p:sldId id="498" r:id="rId38"/>
    <p:sldId id="499" r:id="rId39"/>
    <p:sldId id="501" r:id="rId40"/>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pos="3840" userDrawn="1">
          <p15:clr>
            <a:srgbClr val="A4A3A4"/>
          </p15:clr>
        </p15:guide>
        <p15:guide id="3" pos="393" userDrawn="1">
          <p15:clr>
            <a:srgbClr val="A4A3A4"/>
          </p15:clr>
        </p15:guide>
        <p15:guide id="4" pos="7287" userDrawn="1">
          <p15:clr>
            <a:srgbClr val="A4A3A4"/>
          </p15:clr>
        </p15:guide>
        <p15:guide id="5" orient="horz" pos="845" userDrawn="1">
          <p15:clr>
            <a:srgbClr val="A4A3A4"/>
          </p15:clr>
        </p15:guide>
        <p15:guide id="6" orient="horz" pos="41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964"/>
    <a:srgbClr val="0096A9"/>
    <a:srgbClr val="33C9D8"/>
    <a:srgbClr val="49EEFF"/>
    <a:srgbClr val="026358"/>
    <a:srgbClr val="FCA546"/>
    <a:srgbClr val="FDC78D"/>
    <a:srgbClr val="FFFFFF"/>
    <a:srgbClr val="78C679"/>
    <a:srgbClr val="E4E5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53" autoAdjust="0"/>
    <p:restoredTop sz="94719" autoAdjust="0"/>
  </p:normalViewPr>
  <p:slideViewPr>
    <p:cSldViewPr snapToGrid="0" snapToObjects="1" showGuides="1">
      <p:cViewPr varScale="1">
        <p:scale>
          <a:sx n="98" d="100"/>
          <a:sy n="98" d="100"/>
        </p:scale>
        <p:origin x="460" y="64"/>
      </p:cViewPr>
      <p:guideLst>
        <p:guide orient="horz" pos="2069"/>
        <p:guide pos="3840"/>
        <p:guide pos="393"/>
        <p:guide pos="7287"/>
        <p:guide orient="horz" pos="845"/>
        <p:guide orient="horz" pos="4178"/>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E3893C-2442-4132-B299-6E868AD8EEE7}" type="datetimeFigureOut">
              <a:rPr lang="uk-UA" smtClean="0"/>
              <a:t>21.11.2024</a:t>
            </a:fld>
            <a:endParaRPr lang="uk-UA"/>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F3C35-9819-4E88-893D-B77D31F8FD20}" type="slidenum">
              <a:rPr lang="uk-UA" smtClean="0"/>
              <a:t>‹№›</a:t>
            </a:fld>
            <a:endParaRPr lang="uk-UA"/>
          </a:p>
        </p:txBody>
      </p:sp>
    </p:spTree>
    <p:extLst>
      <p:ext uri="{BB962C8B-B14F-4D97-AF65-F5344CB8AC3E}">
        <p14:creationId xmlns:p14="http://schemas.microsoft.com/office/powerpoint/2010/main" val="930243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7" name="Rectangle 6"/>
          <p:cNvSpPr/>
          <p:nvPr/>
        </p:nvSpPr>
        <p:spPr>
          <a:xfrm>
            <a:off x="0" y="6"/>
            <a:ext cx="12192000" cy="2284013"/>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p:nvSpPr>
        <p:spPr>
          <a:xfrm>
            <a:off x="0" y="2284021"/>
            <a:ext cx="12192000" cy="4573987"/>
          </a:xfrm>
          <a:prstGeom prst="rect">
            <a:avLst/>
          </a:prstGeom>
          <a:solidFill>
            <a:srgbClr val="00BB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800">
              <a:solidFill>
                <a:srgbClr val="A7C539"/>
              </a:solidFill>
            </a:endParaRPr>
          </a:p>
        </p:txBody>
      </p:sp>
      <p:sp>
        <p:nvSpPr>
          <p:cNvPr id="2" name="Title 1"/>
          <p:cNvSpPr>
            <a:spLocks noGrp="1"/>
          </p:cNvSpPr>
          <p:nvPr>
            <p:ph type="title"/>
          </p:nvPr>
        </p:nvSpPr>
        <p:spPr>
          <a:xfrm>
            <a:off x="838203" y="3908233"/>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4" name="Footer Placeholder 2"/>
          <p:cNvSpPr>
            <a:spLocks noGrp="1"/>
          </p:cNvSpPr>
          <p:nvPr>
            <p:ph type="ftr" sz="quarter" idx="10"/>
          </p:nvPr>
        </p:nvSpPr>
        <p:spPr>
          <a:xfrm>
            <a:off x="7529476" y="511110"/>
            <a:ext cx="4114800" cy="365125"/>
          </a:xfrm>
        </p:spPr>
        <p:txBody>
          <a:bodyPr anchor="t" anchorCtr="0"/>
          <a:lstStyle>
            <a:lvl1pPr algn="r">
              <a:defRPr>
                <a:solidFill>
                  <a:srgbClr val="00BBCE"/>
                </a:solidFill>
              </a:defRPr>
            </a:lvl1pPr>
          </a:lstStyle>
          <a:p>
            <a:endParaRPr lang="en-UA"/>
          </a:p>
        </p:txBody>
      </p:sp>
      <p:pic>
        <p:nvPicPr>
          <p:cNvPr id="6" name="Picture 5"/>
          <p:cNvPicPr>
            <a:picLocks noChangeAspect="1"/>
          </p:cNvPicPr>
          <p:nvPr/>
        </p:nvPicPr>
        <p:blipFill>
          <a:blip r:embed="rId2"/>
          <a:stretch>
            <a:fillRect/>
          </a:stretch>
        </p:blipFill>
        <p:spPr>
          <a:xfrm>
            <a:off x="674368" y="544421"/>
            <a:ext cx="1024128" cy="1207213"/>
          </a:xfrm>
          <a:prstGeom prst="rect">
            <a:avLst/>
          </a:prstGeom>
        </p:spPr>
      </p:pic>
    </p:spTree>
    <p:extLst>
      <p:ext uri="{BB962C8B-B14F-4D97-AF65-F5344CB8AC3E}">
        <p14:creationId xmlns:p14="http://schemas.microsoft.com/office/powerpoint/2010/main" val="1615331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8_Title Slide">
    <p:spTree>
      <p:nvGrpSpPr>
        <p:cNvPr id="1" name=""/>
        <p:cNvGrpSpPr/>
        <p:nvPr/>
      </p:nvGrpSpPr>
      <p:grpSpPr>
        <a:xfrm>
          <a:off x="0" y="0"/>
          <a:ext cx="0" cy="0"/>
          <a:chOff x="0" y="0"/>
          <a:chExt cx="0" cy="0"/>
        </a:xfrm>
      </p:grpSpPr>
      <p:sp>
        <p:nvSpPr>
          <p:cNvPr id="7" name="Rectangle 6"/>
          <p:cNvSpPr/>
          <p:nvPr/>
        </p:nvSpPr>
        <p:spPr>
          <a:xfrm>
            <a:off x="0" y="6"/>
            <a:ext cx="12192000" cy="2284013"/>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p:nvSpPr>
        <p:spPr>
          <a:xfrm>
            <a:off x="0" y="2284021"/>
            <a:ext cx="12192000" cy="4573987"/>
          </a:xfrm>
          <a:prstGeom prst="rect">
            <a:avLst/>
          </a:prstGeom>
          <a:solidFill>
            <a:srgbClr val="A7C5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800">
              <a:solidFill>
                <a:srgbClr val="A7C539"/>
              </a:solidFill>
            </a:endParaRPr>
          </a:p>
        </p:txBody>
      </p:sp>
      <p:sp>
        <p:nvSpPr>
          <p:cNvPr id="2" name="Title 1"/>
          <p:cNvSpPr>
            <a:spLocks noGrp="1"/>
          </p:cNvSpPr>
          <p:nvPr>
            <p:ph type="title"/>
          </p:nvPr>
        </p:nvSpPr>
        <p:spPr>
          <a:xfrm>
            <a:off x="838203" y="3908233"/>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4" name="Footer Placeholder 2"/>
          <p:cNvSpPr>
            <a:spLocks noGrp="1"/>
          </p:cNvSpPr>
          <p:nvPr>
            <p:ph type="ftr" sz="quarter" idx="10"/>
          </p:nvPr>
        </p:nvSpPr>
        <p:spPr>
          <a:xfrm>
            <a:off x="7529476" y="511110"/>
            <a:ext cx="4114800" cy="365125"/>
          </a:xfrm>
        </p:spPr>
        <p:txBody>
          <a:bodyPr anchor="t" anchorCtr="0"/>
          <a:lstStyle>
            <a:lvl1pPr algn="r">
              <a:defRPr>
                <a:solidFill>
                  <a:srgbClr val="A7C539"/>
                </a:solidFill>
              </a:defRPr>
            </a:lvl1pPr>
          </a:lstStyle>
          <a:p>
            <a:endParaRPr lang="en-UA"/>
          </a:p>
        </p:txBody>
      </p:sp>
      <p:pic>
        <p:nvPicPr>
          <p:cNvPr id="9" name="Picture 8"/>
          <p:cNvPicPr>
            <a:picLocks noChangeAspect="1"/>
          </p:cNvPicPr>
          <p:nvPr/>
        </p:nvPicPr>
        <p:blipFill>
          <a:blip r:embed="rId2"/>
          <a:stretch>
            <a:fillRect/>
          </a:stretch>
        </p:blipFill>
        <p:spPr>
          <a:xfrm>
            <a:off x="674369" y="542158"/>
            <a:ext cx="1027440" cy="1211118"/>
          </a:xfrm>
          <a:prstGeom prst="rect">
            <a:avLst/>
          </a:prstGeom>
        </p:spPr>
      </p:pic>
    </p:spTree>
    <p:extLst>
      <p:ext uri="{BB962C8B-B14F-4D97-AF65-F5344CB8AC3E}">
        <p14:creationId xmlns:p14="http://schemas.microsoft.com/office/powerpoint/2010/main" val="1994859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9_Title Slide">
    <p:spTree>
      <p:nvGrpSpPr>
        <p:cNvPr id="1" name=""/>
        <p:cNvGrpSpPr/>
        <p:nvPr/>
      </p:nvGrpSpPr>
      <p:grpSpPr>
        <a:xfrm>
          <a:off x="0" y="0"/>
          <a:ext cx="0" cy="0"/>
          <a:chOff x="0" y="0"/>
          <a:chExt cx="0" cy="0"/>
        </a:xfrm>
      </p:grpSpPr>
      <p:sp>
        <p:nvSpPr>
          <p:cNvPr id="7" name="Rectangle 6"/>
          <p:cNvSpPr/>
          <p:nvPr/>
        </p:nvSpPr>
        <p:spPr>
          <a:xfrm>
            <a:off x="0" y="6"/>
            <a:ext cx="12192000" cy="2284013"/>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p:nvSpPr>
        <p:spPr>
          <a:xfrm>
            <a:off x="0" y="2284021"/>
            <a:ext cx="12192000" cy="4573987"/>
          </a:xfrm>
          <a:prstGeom prst="rect">
            <a:avLst/>
          </a:prstGeom>
          <a:solidFill>
            <a:srgbClr val="F161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800">
              <a:solidFill>
                <a:srgbClr val="A7C539"/>
              </a:solidFill>
            </a:endParaRPr>
          </a:p>
        </p:txBody>
      </p:sp>
      <p:sp>
        <p:nvSpPr>
          <p:cNvPr id="2" name="Title 1"/>
          <p:cNvSpPr>
            <a:spLocks noGrp="1"/>
          </p:cNvSpPr>
          <p:nvPr>
            <p:ph type="title"/>
          </p:nvPr>
        </p:nvSpPr>
        <p:spPr>
          <a:xfrm>
            <a:off x="838203" y="3908233"/>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4" name="Footer Placeholder 2"/>
          <p:cNvSpPr>
            <a:spLocks noGrp="1"/>
          </p:cNvSpPr>
          <p:nvPr>
            <p:ph type="ftr" sz="quarter" idx="10"/>
          </p:nvPr>
        </p:nvSpPr>
        <p:spPr>
          <a:xfrm>
            <a:off x="7529476" y="511110"/>
            <a:ext cx="4114800" cy="365125"/>
          </a:xfrm>
        </p:spPr>
        <p:txBody>
          <a:bodyPr anchor="t" anchorCtr="0"/>
          <a:lstStyle>
            <a:lvl1pPr algn="r">
              <a:defRPr>
                <a:solidFill>
                  <a:srgbClr val="F16143"/>
                </a:solidFill>
              </a:defRPr>
            </a:lvl1pPr>
          </a:lstStyle>
          <a:p>
            <a:endParaRPr lang="en-UA"/>
          </a:p>
        </p:txBody>
      </p:sp>
      <p:pic>
        <p:nvPicPr>
          <p:cNvPr id="12" name="Picture 11"/>
          <p:cNvPicPr>
            <a:picLocks noChangeAspect="1"/>
          </p:cNvPicPr>
          <p:nvPr/>
        </p:nvPicPr>
        <p:blipFill>
          <a:blip r:embed="rId2"/>
          <a:stretch>
            <a:fillRect/>
          </a:stretch>
        </p:blipFill>
        <p:spPr>
          <a:xfrm>
            <a:off x="674368" y="544419"/>
            <a:ext cx="1024128" cy="1207214"/>
          </a:xfrm>
          <a:prstGeom prst="rect">
            <a:avLst/>
          </a:prstGeom>
        </p:spPr>
      </p:pic>
    </p:spTree>
    <p:extLst>
      <p:ext uri="{BB962C8B-B14F-4D97-AF65-F5344CB8AC3E}">
        <p14:creationId xmlns:p14="http://schemas.microsoft.com/office/powerpoint/2010/main" val="2268070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10_Title Slide">
    <p:spTree>
      <p:nvGrpSpPr>
        <p:cNvPr id="1" name=""/>
        <p:cNvGrpSpPr/>
        <p:nvPr/>
      </p:nvGrpSpPr>
      <p:grpSpPr>
        <a:xfrm>
          <a:off x="0" y="0"/>
          <a:ext cx="0" cy="0"/>
          <a:chOff x="0" y="0"/>
          <a:chExt cx="0" cy="0"/>
        </a:xfrm>
      </p:grpSpPr>
      <p:sp>
        <p:nvSpPr>
          <p:cNvPr id="7" name="Rectangle 6"/>
          <p:cNvSpPr/>
          <p:nvPr/>
        </p:nvSpPr>
        <p:spPr>
          <a:xfrm>
            <a:off x="0" y="6"/>
            <a:ext cx="12192000" cy="2284013"/>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p:nvSpPr>
        <p:spPr>
          <a:xfrm>
            <a:off x="0" y="2284021"/>
            <a:ext cx="12192000" cy="4573987"/>
          </a:xfrm>
          <a:prstGeom prst="rect">
            <a:avLst/>
          </a:prstGeom>
          <a:solidFill>
            <a:srgbClr val="E4E5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800">
              <a:solidFill>
                <a:srgbClr val="A7C539"/>
              </a:solidFill>
            </a:endParaRPr>
          </a:p>
        </p:txBody>
      </p:sp>
      <p:sp>
        <p:nvSpPr>
          <p:cNvPr id="2" name="Title 1"/>
          <p:cNvSpPr>
            <a:spLocks noGrp="1"/>
          </p:cNvSpPr>
          <p:nvPr>
            <p:ph type="title"/>
          </p:nvPr>
        </p:nvSpPr>
        <p:spPr>
          <a:xfrm>
            <a:off x="838203" y="3908233"/>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4" name="Footer Placeholder 2"/>
          <p:cNvSpPr>
            <a:spLocks noGrp="1"/>
          </p:cNvSpPr>
          <p:nvPr>
            <p:ph type="ftr" sz="quarter" idx="10"/>
          </p:nvPr>
        </p:nvSpPr>
        <p:spPr>
          <a:xfrm>
            <a:off x="7529476" y="511110"/>
            <a:ext cx="4114800" cy="365125"/>
          </a:xfrm>
        </p:spPr>
        <p:txBody>
          <a:bodyPr anchor="t" anchorCtr="0"/>
          <a:lstStyle>
            <a:lvl1pPr algn="r">
              <a:defRPr>
                <a:solidFill>
                  <a:srgbClr val="E4E541"/>
                </a:solidFill>
              </a:defRPr>
            </a:lvl1pPr>
          </a:lstStyle>
          <a:p>
            <a:endParaRPr lang="en-UA"/>
          </a:p>
        </p:txBody>
      </p:sp>
      <p:pic>
        <p:nvPicPr>
          <p:cNvPr id="13" name="Picture 12"/>
          <p:cNvPicPr>
            <a:picLocks noChangeAspect="1"/>
          </p:cNvPicPr>
          <p:nvPr/>
        </p:nvPicPr>
        <p:blipFill>
          <a:blip r:embed="rId2"/>
          <a:stretch>
            <a:fillRect/>
          </a:stretch>
        </p:blipFill>
        <p:spPr>
          <a:xfrm>
            <a:off x="674371" y="544421"/>
            <a:ext cx="1024126" cy="1210973"/>
          </a:xfrm>
          <a:prstGeom prst="rect">
            <a:avLst/>
          </a:prstGeom>
        </p:spPr>
      </p:pic>
    </p:spTree>
    <p:extLst>
      <p:ext uri="{BB962C8B-B14F-4D97-AF65-F5344CB8AC3E}">
        <p14:creationId xmlns:p14="http://schemas.microsoft.com/office/powerpoint/2010/main" val="3459597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1_Title Slide">
    <p:spTree>
      <p:nvGrpSpPr>
        <p:cNvPr id="1" name=""/>
        <p:cNvGrpSpPr/>
        <p:nvPr/>
      </p:nvGrpSpPr>
      <p:grpSpPr>
        <a:xfrm>
          <a:off x="0" y="0"/>
          <a:ext cx="0" cy="0"/>
          <a:chOff x="0" y="0"/>
          <a:chExt cx="0" cy="0"/>
        </a:xfrm>
      </p:grpSpPr>
      <p:sp>
        <p:nvSpPr>
          <p:cNvPr id="7" name="Rectangle 6"/>
          <p:cNvSpPr/>
          <p:nvPr/>
        </p:nvSpPr>
        <p:spPr>
          <a:xfrm>
            <a:off x="0" y="6"/>
            <a:ext cx="12192000" cy="2284013"/>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p:nvSpPr>
        <p:spPr>
          <a:xfrm>
            <a:off x="0" y="2284021"/>
            <a:ext cx="12192000" cy="45739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800">
              <a:solidFill>
                <a:srgbClr val="A7C539"/>
              </a:solidFill>
            </a:endParaRPr>
          </a:p>
        </p:txBody>
      </p:sp>
      <p:sp>
        <p:nvSpPr>
          <p:cNvPr id="2" name="Title 1"/>
          <p:cNvSpPr>
            <a:spLocks noGrp="1"/>
          </p:cNvSpPr>
          <p:nvPr>
            <p:ph type="title"/>
          </p:nvPr>
        </p:nvSpPr>
        <p:spPr>
          <a:xfrm>
            <a:off x="838203" y="3908233"/>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4" name="Footer Placeholder 2"/>
          <p:cNvSpPr>
            <a:spLocks noGrp="1"/>
          </p:cNvSpPr>
          <p:nvPr>
            <p:ph type="ftr" sz="quarter" idx="10"/>
          </p:nvPr>
        </p:nvSpPr>
        <p:spPr>
          <a:xfrm>
            <a:off x="7529476" y="511110"/>
            <a:ext cx="4114800" cy="365125"/>
          </a:xfrm>
        </p:spPr>
        <p:txBody>
          <a:bodyPr anchor="t" anchorCtr="0"/>
          <a:lstStyle>
            <a:lvl1pPr algn="r">
              <a:defRPr>
                <a:solidFill>
                  <a:schemeClr val="bg1"/>
                </a:solidFill>
              </a:defRPr>
            </a:lvl1pPr>
          </a:lstStyle>
          <a:p>
            <a:endParaRPr lang="en-UA"/>
          </a:p>
        </p:txBody>
      </p:sp>
      <p:pic>
        <p:nvPicPr>
          <p:cNvPr id="15" name="Picture 14"/>
          <p:cNvPicPr>
            <a:picLocks noChangeAspect="1"/>
          </p:cNvPicPr>
          <p:nvPr/>
        </p:nvPicPr>
        <p:blipFill>
          <a:blip r:embed="rId2"/>
          <a:stretch>
            <a:fillRect/>
          </a:stretch>
        </p:blipFill>
        <p:spPr>
          <a:xfrm>
            <a:off x="674370" y="544223"/>
            <a:ext cx="1027317" cy="1214746"/>
          </a:xfrm>
          <a:prstGeom prst="rect">
            <a:avLst/>
          </a:prstGeom>
        </p:spPr>
      </p:pic>
    </p:spTree>
    <p:extLst>
      <p:ext uri="{BB962C8B-B14F-4D97-AF65-F5344CB8AC3E}">
        <p14:creationId xmlns:p14="http://schemas.microsoft.com/office/powerpoint/2010/main" val="3687756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5_Title Slide">
    <p:bg>
      <p:bgPr>
        <a:solidFill>
          <a:srgbClr val="003964"/>
        </a:solidFill>
        <a:effectLst/>
      </p:bgPr>
    </p:bg>
    <p:spTree>
      <p:nvGrpSpPr>
        <p:cNvPr id="1" name=""/>
        <p:cNvGrpSpPr/>
        <p:nvPr/>
      </p:nvGrpSpPr>
      <p:grpSpPr>
        <a:xfrm>
          <a:off x="0" y="0"/>
          <a:ext cx="0" cy="0"/>
          <a:chOff x="0" y="0"/>
          <a:chExt cx="0" cy="0"/>
        </a:xfrm>
      </p:grpSpPr>
      <p:cxnSp>
        <p:nvCxnSpPr>
          <p:cNvPr id="18" name="Straight Connector 17"/>
          <p:cNvCxnSpPr/>
          <p:nvPr/>
        </p:nvCxnSpPr>
        <p:spPr>
          <a:xfrm>
            <a:off x="281355" y="2284013"/>
            <a:ext cx="11616244" cy="0"/>
          </a:xfrm>
          <a:prstGeom prst="line">
            <a:avLst/>
          </a:prstGeom>
          <a:ln w="9525">
            <a:solidFill>
              <a:srgbClr val="00BBCE"/>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8203" y="3908228"/>
            <a:ext cx="10515600" cy="1325563"/>
          </a:xfrm>
          <a:prstGeom prst="rect">
            <a:avLst/>
          </a:prstGeom>
        </p:spPr>
        <p:txBody>
          <a:bodyPr anchor="ctr" anchorCtr="0"/>
          <a:lstStyle>
            <a:lvl1pPr algn="ctr">
              <a:defRPr>
                <a:solidFill>
                  <a:srgbClr val="00BBCE"/>
                </a:solidFill>
              </a:defRPr>
            </a:lvl1pPr>
          </a:lstStyle>
          <a:p>
            <a:r>
              <a:rPr lang="en-GB"/>
              <a:t>Click to edit Master title style</a:t>
            </a:r>
            <a:endParaRPr lang="en-US" dirty="0"/>
          </a:p>
        </p:txBody>
      </p:sp>
      <p:sp>
        <p:nvSpPr>
          <p:cNvPr id="10" name="Footer Placeholder 2"/>
          <p:cNvSpPr>
            <a:spLocks noGrp="1"/>
          </p:cNvSpPr>
          <p:nvPr>
            <p:ph type="ftr" sz="quarter" idx="10"/>
          </p:nvPr>
        </p:nvSpPr>
        <p:spPr>
          <a:xfrm>
            <a:off x="7529476" y="511110"/>
            <a:ext cx="4114800" cy="365125"/>
          </a:xfrm>
        </p:spPr>
        <p:txBody>
          <a:bodyPr anchor="t" anchorCtr="0"/>
          <a:lstStyle>
            <a:lvl1pPr algn="r">
              <a:defRPr>
                <a:solidFill>
                  <a:srgbClr val="00BBCE"/>
                </a:solidFill>
              </a:defRPr>
            </a:lvl1pPr>
          </a:lstStyle>
          <a:p>
            <a:endParaRPr lang="en-UA"/>
          </a:p>
        </p:txBody>
      </p:sp>
      <p:pic>
        <p:nvPicPr>
          <p:cNvPr id="6" name="Picture 5"/>
          <p:cNvPicPr>
            <a:picLocks noChangeAspect="1"/>
          </p:cNvPicPr>
          <p:nvPr/>
        </p:nvPicPr>
        <p:blipFill>
          <a:blip r:embed="rId2"/>
          <a:stretch>
            <a:fillRect/>
          </a:stretch>
        </p:blipFill>
        <p:spPr>
          <a:xfrm>
            <a:off x="674368" y="544421"/>
            <a:ext cx="1024128" cy="1207213"/>
          </a:xfrm>
          <a:prstGeom prst="rect">
            <a:avLst/>
          </a:prstGeom>
        </p:spPr>
      </p:pic>
    </p:spTree>
    <p:extLst>
      <p:ext uri="{BB962C8B-B14F-4D97-AF65-F5344CB8AC3E}">
        <p14:creationId xmlns:p14="http://schemas.microsoft.com/office/powerpoint/2010/main" val="1446936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6_Title Slide">
    <p:bg>
      <p:bgPr>
        <a:solidFill>
          <a:srgbClr val="003964"/>
        </a:solidFill>
        <a:effectLst/>
      </p:bgPr>
    </p:bg>
    <p:spTree>
      <p:nvGrpSpPr>
        <p:cNvPr id="1" name=""/>
        <p:cNvGrpSpPr/>
        <p:nvPr/>
      </p:nvGrpSpPr>
      <p:grpSpPr>
        <a:xfrm>
          <a:off x="0" y="0"/>
          <a:ext cx="0" cy="0"/>
          <a:chOff x="0" y="0"/>
          <a:chExt cx="0" cy="0"/>
        </a:xfrm>
      </p:grpSpPr>
      <p:cxnSp>
        <p:nvCxnSpPr>
          <p:cNvPr id="18" name="Straight Connector 17"/>
          <p:cNvCxnSpPr/>
          <p:nvPr/>
        </p:nvCxnSpPr>
        <p:spPr>
          <a:xfrm>
            <a:off x="281355" y="2284013"/>
            <a:ext cx="11616244" cy="0"/>
          </a:xfrm>
          <a:prstGeom prst="line">
            <a:avLst/>
          </a:prstGeom>
          <a:ln w="9525">
            <a:solidFill>
              <a:srgbClr val="A7C539"/>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8203" y="3908228"/>
            <a:ext cx="10515600" cy="1325563"/>
          </a:xfrm>
          <a:prstGeom prst="rect">
            <a:avLst/>
          </a:prstGeom>
        </p:spPr>
        <p:txBody>
          <a:bodyPr anchor="ctr" anchorCtr="0"/>
          <a:lstStyle>
            <a:lvl1pPr algn="ctr">
              <a:defRPr>
                <a:solidFill>
                  <a:srgbClr val="A7C539"/>
                </a:solidFill>
              </a:defRPr>
            </a:lvl1pPr>
          </a:lstStyle>
          <a:p>
            <a:r>
              <a:rPr lang="en-GB"/>
              <a:t>Click to edit Master title style</a:t>
            </a:r>
            <a:endParaRPr lang="en-US" dirty="0"/>
          </a:p>
        </p:txBody>
      </p:sp>
      <p:sp>
        <p:nvSpPr>
          <p:cNvPr id="10" name="Footer Placeholder 2"/>
          <p:cNvSpPr>
            <a:spLocks noGrp="1"/>
          </p:cNvSpPr>
          <p:nvPr>
            <p:ph type="ftr" sz="quarter" idx="10"/>
          </p:nvPr>
        </p:nvSpPr>
        <p:spPr>
          <a:xfrm>
            <a:off x="7529476" y="511110"/>
            <a:ext cx="4114800" cy="365125"/>
          </a:xfrm>
        </p:spPr>
        <p:txBody>
          <a:bodyPr anchor="t" anchorCtr="0"/>
          <a:lstStyle>
            <a:lvl1pPr algn="r">
              <a:defRPr>
                <a:solidFill>
                  <a:srgbClr val="A7C539"/>
                </a:solidFill>
              </a:defRPr>
            </a:lvl1pPr>
          </a:lstStyle>
          <a:p>
            <a:endParaRPr lang="en-UA"/>
          </a:p>
        </p:txBody>
      </p:sp>
      <p:pic>
        <p:nvPicPr>
          <p:cNvPr id="7" name="Picture 6"/>
          <p:cNvPicPr>
            <a:picLocks noChangeAspect="1"/>
          </p:cNvPicPr>
          <p:nvPr/>
        </p:nvPicPr>
        <p:blipFill>
          <a:blip r:embed="rId2"/>
          <a:stretch>
            <a:fillRect/>
          </a:stretch>
        </p:blipFill>
        <p:spPr>
          <a:xfrm>
            <a:off x="674369" y="542158"/>
            <a:ext cx="1027440" cy="1211118"/>
          </a:xfrm>
          <a:prstGeom prst="rect">
            <a:avLst/>
          </a:prstGeom>
        </p:spPr>
      </p:pic>
    </p:spTree>
    <p:extLst>
      <p:ext uri="{BB962C8B-B14F-4D97-AF65-F5344CB8AC3E}">
        <p14:creationId xmlns:p14="http://schemas.microsoft.com/office/powerpoint/2010/main" val="2800024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8_Title Slide">
    <p:bg>
      <p:bgPr>
        <a:solidFill>
          <a:srgbClr val="003964"/>
        </a:solidFill>
        <a:effectLst/>
      </p:bgPr>
    </p:bg>
    <p:spTree>
      <p:nvGrpSpPr>
        <p:cNvPr id="1" name=""/>
        <p:cNvGrpSpPr/>
        <p:nvPr/>
      </p:nvGrpSpPr>
      <p:grpSpPr>
        <a:xfrm>
          <a:off x="0" y="0"/>
          <a:ext cx="0" cy="0"/>
          <a:chOff x="0" y="0"/>
          <a:chExt cx="0" cy="0"/>
        </a:xfrm>
      </p:grpSpPr>
      <p:cxnSp>
        <p:nvCxnSpPr>
          <p:cNvPr id="18" name="Straight Connector 17"/>
          <p:cNvCxnSpPr/>
          <p:nvPr/>
        </p:nvCxnSpPr>
        <p:spPr>
          <a:xfrm>
            <a:off x="281355" y="2284013"/>
            <a:ext cx="11616244" cy="0"/>
          </a:xfrm>
          <a:prstGeom prst="line">
            <a:avLst/>
          </a:prstGeom>
          <a:ln w="9525">
            <a:solidFill>
              <a:srgbClr val="F16143"/>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8203" y="3908228"/>
            <a:ext cx="10515600" cy="1325563"/>
          </a:xfrm>
          <a:prstGeom prst="rect">
            <a:avLst/>
          </a:prstGeom>
        </p:spPr>
        <p:txBody>
          <a:bodyPr anchor="ctr" anchorCtr="0"/>
          <a:lstStyle>
            <a:lvl1pPr algn="ctr">
              <a:defRPr>
                <a:solidFill>
                  <a:srgbClr val="F16143"/>
                </a:solidFill>
              </a:defRPr>
            </a:lvl1pPr>
          </a:lstStyle>
          <a:p>
            <a:r>
              <a:rPr lang="en-GB"/>
              <a:t>Click to edit Master title style</a:t>
            </a:r>
            <a:endParaRPr lang="en-US" dirty="0"/>
          </a:p>
        </p:txBody>
      </p:sp>
      <p:sp>
        <p:nvSpPr>
          <p:cNvPr id="10" name="Footer Placeholder 2"/>
          <p:cNvSpPr>
            <a:spLocks noGrp="1"/>
          </p:cNvSpPr>
          <p:nvPr>
            <p:ph type="ftr" sz="quarter" idx="10"/>
          </p:nvPr>
        </p:nvSpPr>
        <p:spPr>
          <a:xfrm>
            <a:off x="7529476" y="511110"/>
            <a:ext cx="4114800" cy="365125"/>
          </a:xfrm>
        </p:spPr>
        <p:txBody>
          <a:bodyPr anchor="t" anchorCtr="0"/>
          <a:lstStyle>
            <a:lvl1pPr algn="r">
              <a:defRPr>
                <a:solidFill>
                  <a:srgbClr val="F16143"/>
                </a:solidFill>
              </a:defRPr>
            </a:lvl1pPr>
          </a:lstStyle>
          <a:p>
            <a:endParaRPr lang="en-UA"/>
          </a:p>
        </p:txBody>
      </p:sp>
      <p:pic>
        <p:nvPicPr>
          <p:cNvPr id="6" name="Picture 11"/>
          <p:cNvPicPr>
            <a:picLocks noChangeAspect="1"/>
          </p:cNvPicPr>
          <p:nvPr/>
        </p:nvPicPr>
        <p:blipFill>
          <a:blip r:embed="rId2"/>
          <a:stretch>
            <a:fillRect/>
          </a:stretch>
        </p:blipFill>
        <p:spPr>
          <a:xfrm>
            <a:off x="674368" y="544419"/>
            <a:ext cx="1024128" cy="1207214"/>
          </a:xfrm>
          <a:prstGeom prst="rect">
            <a:avLst/>
          </a:prstGeom>
        </p:spPr>
      </p:pic>
    </p:spTree>
    <p:extLst>
      <p:ext uri="{BB962C8B-B14F-4D97-AF65-F5344CB8AC3E}">
        <p14:creationId xmlns:p14="http://schemas.microsoft.com/office/powerpoint/2010/main" val="58864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6_Title Slide">
    <p:bg>
      <p:bgPr>
        <a:solidFill>
          <a:srgbClr val="003964"/>
        </a:solidFill>
        <a:effectLst/>
      </p:bgPr>
    </p:bg>
    <p:spTree>
      <p:nvGrpSpPr>
        <p:cNvPr id="1" name=""/>
        <p:cNvGrpSpPr/>
        <p:nvPr/>
      </p:nvGrpSpPr>
      <p:grpSpPr>
        <a:xfrm>
          <a:off x="0" y="0"/>
          <a:ext cx="0" cy="0"/>
          <a:chOff x="0" y="0"/>
          <a:chExt cx="0" cy="0"/>
        </a:xfrm>
      </p:grpSpPr>
      <p:cxnSp>
        <p:nvCxnSpPr>
          <p:cNvPr id="18" name="Straight Connector 17"/>
          <p:cNvCxnSpPr/>
          <p:nvPr/>
        </p:nvCxnSpPr>
        <p:spPr>
          <a:xfrm>
            <a:off x="281355" y="2284013"/>
            <a:ext cx="11616244" cy="0"/>
          </a:xfrm>
          <a:prstGeom prst="line">
            <a:avLst/>
          </a:prstGeom>
          <a:ln w="9525">
            <a:solidFill>
              <a:srgbClr val="E4E541"/>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8203" y="3908228"/>
            <a:ext cx="10515600" cy="1325563"/>
          </a:xfrm>
          <a:prstGeom prst="rect">
            <a:avLst/>
          </a:prstGeom>
        </p:spPr>
        <p:txBody>
          <a:bodyPr anchor="ctr" anchorCtr="0"/>
          <a:lstStyle>
            <a:lvl1pPr algn="ctr">
              <a:defRPr>
                <a:solidFill>
                  <a:srgbClr val="E4E541"/>
                </a:solidFill>
              </a:defRPr>
            </a:lvl1pPr>
          </a:lstStyle>
          <a:p>
            <a:r>
              <a:rPr lang="en-GB"/>
              <a:t>Click to edit Master title style</a:t>
            </a:r>
            <a:endParaRPr lang="en-US" dirty="0"/>
          </a:p>
        </p:txBody>
      </p:sp>
      <p:sp>
        <p:nvSpPr>
          <p:cNvPr id="10" name="Footer Placeholder 2"/>
          <p:cNvSpPr>
            <a:spLocks noGrp="1"/>
          </p:cNvSpPr>
          <p:nvPr>
            <p:ph type="ftr" sz="quarter" idx="10"/>
          </p:nvPr>
        </p:nvSpPr>
        <p:spPr>
          <a:xfrm>
            <a:off x="7529476" y="511110"/>
            <a:ext cx="4114800" cy="365125"/>
          </a:xfrm>
        </p:spPr>
        <p:txBody>
          <a:bodyPr anchor="t" anchorCtr="0"/>
          <a:lstStyle>
            <a:lvl1pPr algn="r">
              <a:defRPr>
                <a:solidFill>
                  <a:srgbClr val="E4E541"/>
                </a:solidFill>
              </a:defRPr>
            </a:lvl1pPr>
          </a:lstStyle>
          <a:p>
            <a:endParaRPr lang="en-UA"/>
          </a:p>
        </p:txBody>
      </p:sp>
      <p:pic>
        <p:nvPicPr>
          <p:cNvPr id="11" name="Picture 10"/>
          <p:cNvPicPr>
            <a:picLocks noChangeAspect="1"/>
          </p:cNvPicPr>
          <p:nvPr/>
        </p:nvPicPr>
        <p:blipFill>
          <a:blip r:embed="rId2"/>
          <a:stretch>
            <a:fillRect/>
          </a:stretch>
        </p:blipFill>
        <p:spPr>
          <a:xfrm>
            <a:off x="674371" y="544421"/>
            <a:ext cx="1024126" cy="1210973"/>
          </a:xfrm>
          <a:prstGeom prst="rect">
            <a:avLst/>
          </a:prstGeom>
        </p:spPr>
      </p:pic>
    </p:spTree>
    <p:extLst>
      <p:ext uri="{BB962C8B-B14F-4D97-AF65-F5344CB8AC3E}">
        <p14:creationId xmlns:p14="http://schemas.microsoft.com/office/powerpoint/2010/main" val="1178791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7_Title Slide">
    <p:bg>
      <p:bgPr>
        <a:solidFill>
          <a:srgbClr val="003964"/>
        </a:solidFill>
        <a:effectLst/>
      </p:bgPr>
    </p:bg>
    <p:spTree>
      <p:nvGrpSpPr>
        <p:cNvPr id="1" name=""/>
        <p:cNvGrpSpPr/>
        <p:nvPr/>
      </p:nvGrpSpPr>
      <p:grpSpPr>
        <a:xfrm>
          <a:off x="0" y="0"/>
          <a:ext cx="0" cy="0"/>
          <a:chOff x="0" y="0"/>
          <a:chExt cx="0" cy="0"/>
        </a:xfrm>
      </p:grpSpPr>
      <p:cxnSp>
        <p:nvCxnSpPr>
          <p:cNvPr id="18" name="Straight Connector 17"/>
          <p:cNvCxnSpPr/>
          <p:nvPr/>
        </p:nvCxnSpPr>
        <p:spPr>
          <a:xfrm>
            <a:off x="281355" y="2284013"/>
            <a:ext cx="11616244"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8203" y="3908228"/>
            <a:ext cx="10515600" cy="1325563"/>
          </a:xfrm>
          <a:prstGeom prst="rect">
            <a:avLst/>
          </a:prstGeom>
        </p:spPr>
        <p:txBody>
          <a:bodyPr anchor="ctr" anchorCtr="0"/>
          <a:lstStyle>
            <a:lvl1pPr algn="ctr">
              <a:defRPr>
                <a:solidFill>
                  <a:schemeClr val="bg1"/>
                </a:solidFill>
              </a:defRPr>
            </a:lvl1pPr>
          </a:lstStyle>
          <a:p>
            <a:r>
              <a:rPr lang="en-GB"/>
              <a:t>Click to edit Master title style</a:t>
            </a:r>
            <a:endParaRPr lang="en-US" dirty="0"/>
          </a:p>
        </p:txBody>
      </p:sp>
      <p:sp>
        <p:nvSpPr>
          <p:cNvPr id="10" name="Footer Placeholder 2"/>
          <p:cNvSpPr>
            <a:spLocks noGrp="1"/>
          </p:cNvSpPr>
          <p:nvPr>
            <p:ph type="ftr" sz="quarter" idx="10"/>
          </p:nvPr>
        </p:nvSpPr>
        <p:spPr>
          <a:xfrm>
            <a:off x="7529476" y="511110"/>
            <a:ext cx="4114800" cy="365125"/>
          </a:xfrm>
        </p:spPr>
        <p:txBody>
          <a:bodyPr anchor="t" anchorCtr="0"/>
          <a:lstStyle>
            <a:lvl1pPr algn="r">
              <a:defRPr>
                <a:solidFill>
                  <a:schemeClr val="bg1"/>
                </a:solidFill>
              </a:defRPr>
            </a:lvl1pPr>
          </a:lstStyle>
          <a:p>
            <a:endParaRPr lang="en-UA"/>
          </a:p>
        </p:txBody>
      </p:sp>
      <p:pic>
        <p:nvPicPr>
          <p:cNvPr id="12" name="Picture 11"/>
          <p:cNvPicPr>
            <a:picLocks noChangeAspect="1"/>
          </p:cNvPicPr>
          <p:nvPr/>
        </p:nvPicPr>
        <p:blipFill>
          <a:blip r:embed="rId2"/>
          <a:stretch>
            <a:fillRect/>
          </a:stretch>
        </p:blipFill>
        <p:spPr>
          <a:xfrm>
            <a:off x="674370" y="544223"/>
            <a:ext cx="1027317" cy="1214746"/>
          </a:xfrm>
          <a:prstGeom prst="rect">
            <a:avLst/>
          </a:prstGeom>
        </p:spPr>
      </p:pic>
    </p:spTree>
    <p:extLst>
      <p:ext uri="{BB962C8B-B14F-4D97-AF65-F5344CB8AC3E}">
        <p14:creationId xmlns:p14="http://schemas.microsoft.com/office/powerpoint/2010/main" val="45922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20_Title Slide">
    <p:bg>
      <p:bgPr>
        <a:solidFill>
          <a:schemeClr val="bg1"/>
        </a:solidFill>
        <a:effectLst/>
      </p:bgPr>
    </p:bg>
    <p:spTree>
      <p:nvGrpSpPr>
        <p:cNvPr id="1" name=""/>
        <p:cNvGrpSpPr/>
        <p:nvPr/>
      </p:nvGrpSpPr>
      <p:grpSpPr>
        <a:xfrm>
          <a:off x="0" y="0"/>
          <a:ext cx="0" cy="0"/>
          <a:chOff x="0" y="0"/>
          <a:chExt cx="0" cy="0"/>
        </a:xfrm>
      </p:grpSpPr>
      <p:cxnSp>
        <p:nvCxnSpPr>
          <p:cNvPr id="18" name="Straight Connector 17"/>
          <p:cNvCxnSpPr/>
          <p:nvPr/>
        </p:nvCxnSpPr>
        <p:spPr>
          <a:xfrm>
            <a:off x="281355" y="2284013"/>
            <a:ext cx="11616244" cy="0"/>
          </a:xfrm>
          <a:prstGeom prst="line">
            <a:avLst/>
          </a:prstGeom>
          <a:ln w="9525">
            <a:solidFill>
              <a:srgbClr val="003964"/>
            </a:solidFill>
          </a:ln>
        </p:spPr>
        <p:style>
          <a:lnRef idx="1">
            <a:schemeClr val="accent1"/>
          </a:lnRef>
          <a:fillRef idx="0">
            <a:schemeClr val="accent1"/>
          </a:fillRef>
          <a:effectRef idx="0">
            <a:schemeClr val="accent1"/>
          </a:effectRef>
          <a:fontRef idx="minor">
            <a:schemeClr val="tx1"/>
          </a:fontRef>
        </p:style>
      </p:cxnSp>
      <p:sp>
        <p:nvSpPr>
          <p:cNvPr id="9" name="Title 1"/>
          <p:cNvSpPr>
            <a:spLocks noGrp="1"/>
          </p:cNvSpPr>
          <p:nvPr>
            <p:ph type="title"/>
          </p:nvPr>
        </p:nvSpPr>
        <p:spPr>
          <a:xfrm>
            <a:off x="838203" y="3908228"/>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0" name="Footer Placeholder 2"/>
          <p:cNvSpPr>
            <a:spLocks noGrp="1"/>
          </p:cNvSpPr>
          <p:nvPr>
            <p:ph type="ftr" sz="quarter" idx="10"/>
          </p:nvPr>
        </p:nvSpPr>
        <p:spPr>
          <a:xfrm>
            <a:off x="7529476" y="511110"/>
            <a:ext cx="4114800" cy="365125"/>
          </a:xfrm>
        </p:spPr>
        <p:txBody>
          <a:bodyPr anchor="t" anchorCtr="0"/>
          <a:lstStyle>
            <a:lvl1pPr algn="r">
              <a:defRPr>
                <a:solidFill>
                  <a:srgbClr val="003964"/>
                </a:solidFill>
              </a:defRPr>
            </a:lvl1pPr>
          </a:lstStyle>
          <a:p>
            <a:endParaRPr lang="en-UA"/>
          </a:p>
        </p:txBody>
      </p:sp>
      <p:pic>
        <p:nvPicPr>
          <p:cNvPr id="11" name="Рисунок 10"/>
          <p:cNvPicPr>
            <a:picLocks noChangeAspect="1"/>
          </p:cNvPicPr>
          <p:nvPr/>
        </p:nvPicPr>
        <p:blipFill>
          <a:blip r:embed="rId2"/>
          <a:stretch>
            <a:fillRect/>
          </a:stretch>
        </p:blipFill>
        <p:spPr>
          <a:xfrm>
            <a:off x="674368" y="544421"/>
            <a:ext cx="1017563" cy="1206000"/>
          </a:xfrm>
          <a:prstGeom prst="rect">
            <a:avLst/>
          </a:prstGeom>
        </p:spPr>
      </p:pic>
    </p:spTree>
    <p:extLst>
      <p:ext uri="{BB962C8B-B14F-4D97-AF65-F5344CB8AC3E}">
        <p14:creationId xmlns:p14="http://schemas.microsoft.com/office/powerpoint/2010/main" val="2894973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4_Title Slide">
    <p:bg>
      <p:bgPr>
        <a:solidFill>
          <a:srgbClr val="003964"/>
        </a:solidFill>
        <a:effectLst/>
      </p:bgPr>
    </p:bg>
    <p:spTree>
      <p:nvGrpSpPr>
        <p:cNvPr id="1" name=""/>
        <p:cNvGrpSpPr/>
        <p:nvPr/>
      </p:nvGrpSpPr>
      <p:grpSpPr>
        <a:xfrm>
          <a:off x="0" y="0"/>
          <a:ext cx="0" cy="0"/>
          <a:chOff x="0" y="0"/>
          <a:chExt cx="0" cy="0"/>
        </a:xfrm>
      </p:grpSpPr>
      <p:cxnSp>
        <p:nvCxnSpPr>
          <p:cNvPr id="8" name="Straight Connector 7"/>
          <p:cNvCxnSpPr/>
          <p:nvPr/>
        </p:nvCxnSpPr>
        <p:spPr>
          <a:xfrm>
            <a:off x="281355" y="1142999"/>
            <a:ext cx="11616244" cy="0"/>
          </a:xfrm>
          <a:prstGeom prst="line">
            <a:avLst/>
          </a:prstGeom>
          <a:ln w="9525">
            <a:solidFill>
              <a:srgbClr val="00BBCE"/>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3" y="3337724"/>
            <a:ext cx="10515600" cy="1325563"/>
          </a:xfrm>
          <a:prstGeom prst="rect">
            <a:avLst/>
          </a:prstGeom>
        </p:spPr>
        <p:txBody>
          <a:bodyPr anchor="ctr" anchorCtr="0"/>
          <a:lstStyle>
            <a:lvl1pPr algn="ctr">
              <a:defRPr>
                <a:solidFill>
                  <a:srgbClr val="00BBCE"/>
                </a:solidFill>
              </a:defRPr>
            </a:lvl1pPr>
          </a:lstStyle>
          <a:p>
            <a:r>
              <a:rPr lang="en-GB"/>
              <a:t>Click to edit Master title style</a:t>
            </a:r>
            <a:endParaRPr lang="en-US" dirty="0"/>
          </a:p>
        </p:txBody>
      </p:sp>
      <p:sp>
        <p:nvSpPr>
          <p:cNvPr id="7" name="Footer Placeholder 2"/>
          <p:cNvSpPr>
            <a:spLocks noGrp="1"/>
          </p:cNvSpPr>
          <p:nvPr>
            <p:ph type="ftr" sz="quarter" idx="10"/>
          </p:nvPr>
        </p:nvSpPr>
        <p:spPr>
          <a:xfrm>
            <a:off x="7529476" y="391286"/>
            <a:ext cx="4114800" cy="365125"/>
          </a:xfrm>
        </p:spPr>
        <p:txBody>
          <a:bodyPr anchor="ctr" anchorCtr="0"/>
          <a:lstStyle>
            <a:lvl1pPr algn="r">
              <a:defRPr sz="1000">
                <a:solidFill>
                  <a:srgbClr val="00BBCE"/>
                </a:solidFill>
              </a:defRPr>
            </a:lvl1pPr>
          </a:lstStyle>
          <a:p>
            <a:endParaRPr lang="en-UA"/>
          </a:p>
        </p:txBody>
      </p:sp>
      <p:sp>
        <p:nvSpPr>
          <p:cNvPr id="11" name="Slide Number Placeholder 11"/>
          <p:cNvSpPr>
            <a:spLocks noGrp="1"/>
          </p:cNvSpPr>
          <p:nvPr>
            <p:ph type="sldNum" sz="quarter" idx="12"/>
          </p:nvPr>
        </p:nvSpPr>
        <p:spPr>
          <a:xfrm>
            <a:off x="4265245" y="391286"/>
            <a:ext cx="2743200" cy="365125"/>
          </a:xfrm>
        </p:spPr>
        <p:txBody>
          <a:bodyPr/>
          <a:lstStyle>
            <a:lvl1pPr algn="ctr">
              <a:defRPr sz="1000">
                <a:solidFill>
                  <a:srgbClr val="00BBCE"/>
                </a:solidFill>
              </a:defRPr>
            </a:lvl1pPr>
          </a:lstStyle>
          <a:p>
            <a:fld id="{A41F123B-2806-8B40-AA2E-3A69674172EE}" type="slidenum">
              <a:rPr lang="en-UA" smtClean="0"/>
              <a:t>‹№›</a:t>
            </a:fld>
            <a:endParaRPr lang="en-UA"/>
          </a:p>
        </p:txBody>
      </p:sp>
      <p:pic>
        <p:nvPicPr>
          <p:cNvPr id="17" name="Picture 16"/>
          <p:cNvPicPr>
            <a:picLocks noChangeAspect="1"/>
          </p:cNvPicPr>
          <p:nvPr/>
        </p:nvPicPr>
        <p:blipFill>
          <a:blip r:embed="rId2"/>
          <a:stretch>
            <a:fillRect/>
          </a:stretch>
        </p:blipFill>
        <p:spPr>
          <a:xfrm>
            <a:off x="670252" y="365799"/>
            <a:ext cx="908016" cy="402578"/>
          </a:xfrm>
          <a:prstGeom prst="rect">
            <a:avLst/>
          </a:prstGeom>
        </p:spPr>
      </p:pic>
    </p:spTree>
    <p:extLst>
      <p:ext uri="{BB962C8B-B14F-4D97-AF65-F5344CB8AC3E}">
        <p14:creationId xmlns:p14="http://schemas.microsoft.com/office/powerpoint/2010/main" val="3393545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9_Title Slide">
    <p:bg>
      <p:bgPr>
        <a:solidFill>
          <a:srgbClr val="003964"/>
        </a:solidFill>
        <a:effectLst/>
      </p:bgPr>
    </p:bg>
    <p:spTree>
      <p:nvGrpSpPr>
        <p:cNvPr id="1" name=""/>
        <p:cNvGrpSpPr/>
        <p:nvPr/>
      </p:nvGrpSpPr>
      <p:grpSpPr>
        <a:xfrm>
          <a:off x="0" y="0"/>
          <a:ext cx="0" cy="0"/>
          <a:chOff x="0" y="0"/>
          <a:chExt cx="0" cy="0"/>
        </a:xfrm>
      </p:grpSpPr>
      <p:cxnSp>
        <p:nvCxnSpPr>
          <p:cNvPr id="8" name="Straight Connector 7"/>
          <p:cNvCxnSpPr/>
          <p:nvPr/>
        </p:nvCxnSpPr>
        <p:spPr>
          <a:xfrm>
            <a:off x="281355" y="1142999"/>
            <a:ext cx="11616244" cy="0"/>
          </a:xfrm>
          <a:prstGeom prst="line">
            <a:avLst/>
          </a:prstGeom>
          <a:ln w="9525">
            <a:solidFill>
              <a:srgbClr val="A7C539"/>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3" y="3337724"/>
            <a:ext cx="10515600" cy="1325563"/>
          </a:xfrm>
          <a:prstGeom prst="rect">
            <a:avLst/>
          </a:prstGeom>
        </p:spPr>
        <p:txBody>
          <a:bodyPr anchor="ctr" anchorCtr="0"/>
          <a:lstStyle>
            <a:lvl1pPr algn="ctr">
              <a:defRPr>
                <a:solidFill>
                  <a:srgbClr val="A7C539"/>
                </a:solidFill>
              </a:defRPr>
            </a:lvl1pPr>
          </a:lstStyle>
          <a:p>
            <a:r>
              <a:rPr lang="en-GB"/>
              <a:t>Click to edit Master title style</a:t>
            </a:r>
            <a:endParaRPr lang="en-US" dirty="0"/>
          </a:p>
        </p:txBody>
      </p:sp>
      <p:sp>
        <p:nvSpPr>
          <p:cNvPr id="7" name="Footer Placeholder 2"/>
          <p:cNvSpPr>
            <a:spLocks noGrp="1"/>
          </p:cNvSpPr>
          <p:nvPr>
            <p:ph type="ftr" sz="quarter" idx="10"/>
          </p:nvPr>
        </p:nvSpPr>
        <p:spPr>
          <a:xfrm>
            <a:off x="7529476" y="391286"/>
            <a:ext cx="4114800" cy="365125"/>
          </a:xfrm>
        </p:spPr>
        <p:txBody>
          <a:bodyPr anchor="ctr" anchorCtr="0"/>
          <a:lstStyle>
            <a:lvl1pPr algn="r">
              <a:defRPr sz="1000">
                <a:solidFill>
                  <a:srgbClr val="A7C539"/>
                </a:solidFill>
              </a:defRPr>
            </a:lvl1pPr>
          </a:lstStyle>
          <a:p>
            <a:endParaRPr lang="en-UA"/>
          </a:p>
        </p:txBody>
      </p:sp>
      <p:sp>
        <p:nvSpPr>
          <p:cNvPr id="11" name="Slide Number Placeholder 11"/>
          <p:cNvSpPr>
            <a:spLocks noGrp="1"/>
          </p:cNvSpPr>
          <p:nvPr>
            <p:ph type="sldNum" sz="quarter" idx="12"/>
          </p:nvPr>
        </p:nvSpPr>
        <p:spPr>
          <a:xfrm>
            <a:off x="4265245" y="391286"/>
            <a:ext cx="2743200" cy="365125"/>
          </a:xfrm>
        </p:spPr>
        <p:txBody>
          <a:bodyPr/>
          <a:lstStyle>
            <a:lvl1pPr algn="ctr">
              <a:defRPr sz="1000">
                <a:solidFill>
                  <a:srgbClr val="A7C539"/>
                </a:solidFill>
              </a:defRPr>
            </a:lvl1pPr>
          </a:lstStyle>
          <a:p>
            <a:fld id="{A41F123B-2806-8B40-AA2E-3A69674172EE}" type="slidenum">
              <a:rPr lang="en-UA" smtClean="0"/>
              <a:t>‹№›</a:t>
            </a:fld>
            <a:endParaRPr lang="en-UA"/>
          </a:p>
        </p:txBody>
      </p:sp>
      <p:pic>
        <p:nvPicPr>
          <p:cNvPr id="9" name="Picture 14"/>
          <p:cNvPicPr>
            <a:picLocks noChangeAspect="1"/>
          </p:cNvPicPr>
          <p:nvPr/>
        </p:nvPicPr>
        <p:blipFill>
          <a:blip r:embed="rId2"/>
          <a:stretch>
            <a:fillRect/>
          </a:stretch>
        </p:blipFill>
        <p:spPr>
          <a:xfrm>
            <a:off x="667492" y="373054"/>
            <a:ext cx="908016" cy="399842"/>
          </a:xfrm>
          <a:prstGeom prst="rect">
            <a:avLst/>
          </a:prstGeom>
        </p:spPr>
      </p:pic>
    </p:spTree>
    <p:extLst>
      <p:ext uri="{BB962C8B-B14F-4D97-AF65-F5344CB8AC3E}">
        <p14:creationId xmlns:p14="http://schemas.microsoft.com/office/powerpoint/2010/main" val="2897297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17_Title Slide">
    <p:bg>
      <p:bgPr>
        <a:solidFill>
          <a:srgbClr val="003964"/>
        </a:solidFill>
        <a:effectLst/>
      </p:bgPr>
    </p:bg>
    <p:spTree>
      <p:nvGrpSpPr>
        <p:cNvPr id="1" name=""/>
        <p:cNvGrpSpPr/>
        <p:nvPr/>
      </p:nvGrpSpPr>
      <p:grpSpPr>
        <a:xfrm>
          <a:off x="0" y="0"/>
          <a:ext cx="0" cy="0"/>
          <a:chOff x="0" y="0"/>
          <a:chExt cx="0" cy="0"/>
        </a:xfrm>
      </p:grpSpPr>
      <p:cxnSp>
        <p:nvCxnSpPr>
          <p:cNvPr id="8" name="Straight Connector 7"/>
          <p:cNvCxnSpPr/>
          <p:nvPr/>
        </p:nvCxnSpPr>
        <p:spPr>
          <a:xfrm>
            <a:off x="281355" y="1142999"/>
            <a:ext cx="11616244" cy="0"/>
          </a:xfrm>
          <a:prstGeom prst="line">
            <a:avLst/>
          </a:prstGeom>
          <a:ln w="9525">
            <a:solidFill>
              <a:srgbClr val="F16143"/>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3" y="3337724"/>
            <a:ext cx="10515600" cy="1325563"/>
          </a:xfrm>
          <a:prstGeom prst="rect">
            <a:avLst/>
          </a:prstGeom>
        </p:spPr>
        <p:txBody>
          <a:bodyPr anchor="ctr" anchorCtr="0"/>
          <a:lstStyle>
            <a:lvl1pPr algn="ctr">
              <a:defRPr>
                <a:solidFill>
                  <a:srgbClr val="F16143"/>
                </a:solidFill>
              </a:defRPr>
            </a:lvl1pPr>
          </a:lstStyle>
          <a:p>
            <a:r>
              <a:rPr lang="en-GB"/>
              <a:t>Click to edit Master title style</a:t>
            </a:r>
            <a:endParaRPr lang="en-US" dirty="0"/>
          </a:p>
        </p:txBody>
      </p:sp>
      <p:sp>
        <p:nvSpPr>
          <p:cNvPr id="7" name="Footer Placeholder 2"/>
          <p:cNvSpPr>
            <a:spLocks noGrp="1"/>
          </p:cNvSpPr>
          <p:nvPr>
            <p:ph type="ftr" sz="quarter" idx="10"/>
          </p:nvPr>
        </p:nvSpPr>
        <p:spPr>
          <a:xfrm>
            <a:off x="7529476" y="391286"/>
            <a:ext cx="4114800" cy="365125"/>
          </a:xfrm>
        </p:spPr>
        <p:txBody>
          <a:bodyPr anchor="ctr" anchorCtr="0"/>
          <a:lstStyle>
            <a:lvl1pPr algn="r">
              <a:defRPr sz="1000">
                <a:solidFill>
                  <a:srgbClr val="F16143"/>
                </a:solidFill>
              </a:defRPr>
            </a:lvl1pPr>
          </a:lstStyle>
          <a:p>
            <a:endParaRPr lang="en-UA"/>
          </a:p>
        </p:txBody>
      </p:sp>
      <p:sp>
        <p:nvSpPr>
          <p:cNvPr id="11" name="Slide Number Placeholder 11"/>
          <p:cNvSpPr>
            <a:spLocks noGrp="1"/>
          </p:cNvSpPr>
          <p:nvPr>
            <p:ph type="sldNum" sz="quarter" idx="12"/>
          </p:nvPr>
        </p:nvSpPr>
        <p:spPr>
          <a:xfrm>
            <a:off x="4265245" y="391286"/>
            <a:ext cx="2743200" cy="365125"/>
          </a:xfrm>
        </p:spPr>
        <p:txBody>
          <a:bodyPr/>
          <a:lstStyle>
            <a:lvl1pPr algn="ctr">
              <a:defRPr sz="1000">
                <a:solidFill>
                  <a:srgbClr val="F16143"/>
                </a:solidFill>
              </a:defRPr>
            </a:lvl1pPr>
          </a:lstStyle>
          <a:p>
            <a:fld id="{A41F123B-2806-8B40-AA2E-3A69674172EE}" type="slidenum">
              <a:rPr lang="en-UA" smtClean="0"/>
              <a:t>‹№›</a:t>
            </a:fld>
            <a:endParaRPr lang="en-UA"/>
          </a:p>
        </p:txBody>
      </p:sp>
      <p:pic>
        <p:nvPicPr>
          <p:cNvPr id="20" name="Picture 19"/>
          <p:cNvPicPr>
            <a:picLocks noChangeAspect="1"/>
          </p:cNvPicPr>
          <p:nvPr/>
        </p:nvPicPr>
        <p:blipFill>
          <a:blip r:embed="rId2"/>
          <a:stretch>
            <a:fillRect/>
          </a:stretch>
        </p:blipFill>
        <p:spPr>
          <a:xfrm>
            <a:off x="670252" y="369718"/>
            <a:ext cx="908016" cy="399842"/>
          </a:xfrm>
          <a:prstGeom prst="rect">
            <a:avLst/>
          </a:prstGeom>
        </p:spPr>
      </p:pic>
    </p:spTree>
    <p:extLst>
      <p:ext uri="{BB962C8B-B14F-4D97-AF65-F5344CB8AC3E}">
        <p14:creationId xmlns:p14="http://schemas.microsoft.com/office/powerpoint/2010/main" val="2236879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5_Title Slide">
    <p:bg>
      <p:bgPr>
        <a:solidFill>
          <a:srgbClr val="003964"/>
        </a:solidFill>
        <a:effectLst/>
      </p:bgPr>
    </p:bg>
    <p:spTree>
      <p:nvGrpSpPr>
        <p:cNvPr id="1" name=""/>
        <p:cNvGrpSpPr/>
        <p:nvPr/>
      </p:nvGrpSpPr>
      <p:grpSpPr>
        <a:xfrm>
          <a:off x="0" y="0"/>
          <a:ext cx="0" cy="0"/>
          <a:chOff x="0" y="0"/>
          <a:chExt cx="0" cy="0"/>
        </a:xfrm>
      </p:grpSpPr>
      <p:cxnSp>
        <p:nvCxnSpPr>
          <p:cNvPr id="8" name="Straight Connector 7"/>
          <p:cNvCxnSpPr/>
          <p:nvPr/>
        </p:nvCxnSpPr>
        <p:spPr>
          <a:xfrm>
            <a:off x="281355" y="1142999"/>
            <a:ext cx="11616244" cy="0"/>
          </a:xfrm>
          <a:prstGeom prst="line">
            <a:avLst/>
          </a:prstGeom>
          <a:ln w="9525">
            <a:solidFill>
              <a:srgbClr val="E4E541"/>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3" y="3337724"/>
            <a:ext cx="10515600" cy="1325563"/>
          </a:xfrm>
          <a:prstGeom prst="rect">
            <a:avLst/>
          </a:prstGeom>
        </p:spPr>
        <p:txBody>
          <a:bodyPr anchor="ctr" anchorCtr="0"/>
          <a:lstStyle>
            <a:lvl1pPr algn="ctr">
              <a:defRPr>
                <a:solidFill>
                  <a:srgbClr val="E4E541"/>
                </a:solidFill>
              </a:defRPr>
            </a:lvl1pPr>
          </a:lstStyle>
          <a:p>
            <a:r>
              <a:rPr lang="en-GB"/>
              <a:t>Click to edit Master title style</a:t>
            </a:r>
            <a:endParaRPr lang="en-US" dirty="0"/>
          </a:p>
        </p:txBody>
      </p:sp>
      <p:sp>
        <p:nvSpPr>
          <p:cNvPr id="7" name="Footer Placeholder 2"/>
          <p:cNvSpPr>
            <a:spLocks noGrp="1"/>
          </p:cNvSpPr>
          <p:nvPr>
            <p:ph type="ftr" sz="quarter" idx="10"/>
          </p:nvPr>
        </p:nvSpPr>
        <p:spPr>
          <a:xfrm>
            <a:off x="7529476" y="391286"/>
            <a:ext cx="4114800" cy="365125"/>
          </a:xfrm>
        </p:spPr>
        <p:txBody>
          <a:bodyPr anchor="ctr" anchorCtr="0"/>
          <a:lstStyle>
            <a:lvl1pPr algn="r">
              <a:defRPr sz="1000">
                <a:solidFill>
                  <a:srgbClr val="E4E541"/>
                </a:solidFill>
              </a:defRPr>
            </a:lvl1pPr>
          </a:lstStyle>
          <a:p>
            <a:endParaRPr lang="en-UA"/>
          </a:p>
        </p:txBody>
      </p:sp>
      <p:sp>
        <p:nvSpPr>
          <p:cNvPr id="11" name="Slide Number Placeholder 11"/>
          <p:cNvSpPr>
            <a:spLocks noGrp="1"/>
          </p:cNvSpPr>
          <p:nvPr>
            <p:ph type="sldNum" sz="quarter" idx="12"/>
          </p:nvPr>
        </p:nvSpPr>
        <p:spPr>
          <a:xfrm>
            <a:off x="4265245" y="391286"/>
            <a:ext cx="2743200" cy="365125"/>
          </a:xfrm>
        </p:spPr>
        <p:txBody>
          <a:bodyPr/>
          <a:lstStyle>
            <a:lvl1pPr algn="ctr">
              <a:defRPr sz="1000">
                <a:solidFill>
                  <a:srgbClr val="E4E541"/>
                </a:solidFill>
              </a:defRPr>
            </a:lvl1pPr>
          </a:lstStyle>
          <a:p>
            <a:fld id="{A41F123B-2806-8B40-AA2E-3A69674172EE}" type="slidenum">
              <a:rPr lang="en-UA" smtClean="0"/>
              <a:t>‹№›</a:t>
            </a:fld>
            <a:endParaRPr lang="en-UA"/>
          </a:p>
        </p:txBody>
      </p:sp>
      <p:pic>
        <p:nvPicPr>
          <p:cNvPr id="18" name="Picture 17"/>
          <p:cNvPicPr>
            <a:picLocks noChangeAspect="1"/>
          </p:cNvPicPr>
          <p:nvPr/>
        </p:nvPicPr>
        <p:blipFill>
          <a:blip r:embed="rId2"/>
          <a:stretch>
            <a:fillRect/>
          </a:stretch>
        </p:blipFill>
        <p:spPr>
          <a:xfrm>
            <a:off x="670252" y="374269"/>
            <a:ext cx="905256" cy="398627"/>
          </a:xfrm>
          <a:prstGeom prst="rect">
            <a:avLst/>
          </a:prstGeom>
        </p:spPr>
      </p:pic>
    </p:spTree>
    <p:extLst>
      <p:ext uri="{BB962C8B-B14F-4D97-AF65-F5344CB8AC3E}">
        <p14:creationId xmlns:p14="http://schemas.microsoft.com/office/powerpoint/2010/main" val="2349403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2_Title Slide">
    <p:bg>
      <p:bgPr>
        <a:solidFill>
          <a:srgbClr val="003964"/>
        </a:solidFill>
        <a:effectLst/>
      </p:bgPr>
    </p:bg>
    <p:spTree>
      <p:nvGrpSpPr>
        <p:cNvPr id="1" name=""/>
        <p:cNvGrpSpPr/>
        <p:nvPr/>
      </p:nvGrpSpPr>
      <p:grpSpPr>
        <a:xfrm>
          <a:off x="0" y="0"/>
          <a:ext cx="0" cy="0"/>
          <a:chOff x="0" y="0"/>
          <a:chExt cx="0" cy="0"/>
        </a:xfrm>
      </p:grpSpPr>
      <p:cxnSp>
        <p:nvCxnSpPr>
          <p:cNvPr id="8" name="Straight Connector 7"/>
          <p:cNvCxnSpPr/>
          <p:nvPr/>
        </p:nvCxnSpPr>
        <p:spPr>
          <a:xfrm>
            <a:off x="281355" y="1142999"/>
            <a:ext cx="11616244"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3" y="3337724"/>
            <a:ext cx="10515600" cy="1325563"/>
          </a:xfrm>
          <a:prstGeom prst="rect">
            <a:avLst/>
          </a:prstGeom>
        </p:spPr>
        <p:txBody>
          <a:bodyPr anchor="ctr" anchorCtr="0"/>
          <a:lstStyle>
            <a:lvl1pPr algn="ctr">
              <a:defRPr>
                <a:solidFill>
                  <a:schemeClr val="bg1"/>
                </a:solidFill>
              </a:defRPr>
            </a:lvl1pPr>
          </a:lstStyle>
          <a:p>
            <a:r>
              <a:rPr lang="en-GB"/>
              <a:t>Click to edit Master title style</a:t>
            </a:r>
            <a:endParaRPr lang="en-US" dirty="0"/>
          </a:p>
        </p:txBody>
      </p:sp>
      <p:sp>
        <p:nvSpPr>
          <p:cNvPr id="7" name="Footer Placeholder 2"/>
          <p:cNvSpPr>
            <a:spLocks noGrp="1"/>
          </p:cNvSpPr>
          <p:nvPr>
            <p:ph type="ftr" sz="quarter" idx="10"/>
          </p:nvPr>
        </p:nvSpPr>
        <p:spPr>
          <a:xfrm>
            <a:off x="7529476" y="391286"/>
            <a:ext cx="4114800" cy="365125"/>
          </a:xfrm>
        </p:spPr>
        <p:txBody>
          <a:bodyPr anchor="ctr" anchorCtr="0"/>
          <a:lstStyle>
            <a:lvl1pPr algn="r">
              <a:defRPr sz="1000">
                <a:solidFill>
                  <a:schemeClr val="bg1"/>
                </a:solidFill>
              </a:defRPr>
            </a:lvl1pPr>
          </a:lstStyle>
          <a:p>
            <a:endParaRPr lang="en-UA"/>
          </a:p>
        </p:txBody>
      </p:sp>
      <p:sp>
        <p:nvSpPr>
          <p:cNvPr id="11" name="Slide Number Placeholder 11"/>
          <p:cNvSpPr>
            <a:spLocks noGrp="1"/>
          </p:cNvSpPr>
          <p:nvPr>
            <p:ph type="sldNum" sz="quarter" idx="12"/>
          </p:nvPr>
        </p:nvSpPr>
        <p:spPr>
          <a:xfrm>
            <a:off x="4265245" y="391286"/>
            <a:ext cx="2743200" cy="365125"/>
          </a:xfrm>
        </p:spPr>
        <p:txBody>
          <a:bodyPr/>
          <a:lstStyle>
            <a:lvl1pPr algn="ctr">
              <a:defRPr sz="1000">
                <a:solidFill>
                  <a:schemeClr val="bg1"/>
                </a:solidFill>
              </a:defRPr>
            </a:lvl1pPr>
          </a:lstStyle>
          <a:p>
            <a:fld id="{A41F123B-2806-8B40-AA2E-3A69674172EE}" type="slidenum">
              <a:rPr lang="en-UA" smtClean="0"/>
              <a:t>‹№›</a:t>
            </a:fld>
            <a:endParaRPr lang="en-UA"/>
          </a:p>
        </p:txBody>
      </p:sp>
      <p:pic>
        <p:nvPicPr>
          <p:cNvPr id="17" name="Picture 16"/>
          <p:cNvPicPr>
            <a:picLocks noChangeAspect="1"/>
          </p:cNvPicPr>
          <p:nvPr/>
        </p:nvPicPr>
        <p:blipFill>
          <a:blip r:embed="rId2"/>
          <a:stretch>
            <a:fillRect/>
          </a:stretch>
        </p:blipFill>
        <p:spPr>
          <a:xfrm>
            <a:off x="670251" y="374314"/>
            <a:ext cx="908016" cy="399062"/>
          </a:xfrm>
          <a:prstGeom prst="rect">
            <a:avLst/>
          </a:prstGeom>
        </p:spPr>
      </p:pic>
    </p:spTree>
    <p:extLst>
      <p:ext uri="{BB962C8B-B14F-4D97-AF65-F5344CB8AC3E}">
        <p14:creationId xmlns:p14="http://schemas.microsoft.com/office/powerpoint/2010/main" val="38455290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21_Title Slide">
    <p:spTree>
      <p:nvGrpSpPr>
        <p:cNvPr id="1" name=""/>
        <p:cNvGrpSpPr/>
        <p:nvPr/>
      </p:nvGrpSpPr>
      <p:grpSpPr>
        <a:xfrm>
          <a:off x="0" y="0"/>
          <a:ext cx="0" cy="0"/>
          <a:chOff x="0" y="0"/>
          <a:chExt cx="0" cy="0"/>
        </a:xfrm>
      </p:grpSpPr>
      <p:cxnSp>
        <p:nvCxnSpPr>
          <p:cNvPr id="8" name="Straight Connector 7"/>
          <p:cNvCxnSpPr/>
          <p:nvPr/>
        </p:nvCxnSpPr>
        <p:spPr>
          <a:xfrm>
            <a:off x="281355" y="1142999"/>
            <a:ext cx="11616244" cy="0"/>
          </a:xfrm>
          <a:prstGeom prst="line">
            <a:avLst/>
          </a:prstGeom>
          <a:ln w="9525">
            <a:solidFill>
              <a:srgbClr val="003964"/>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3" y="3337724"/>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7" name="Footer Placeholder 2"/>
          <p:cNvSpPr>
            <a:spLocks noGrp="1"/>
          </p:cNvSpPr>
          <p:nvPr>
            <p:ph type="ftr" sz="quarter" idx="10"/>
          </p:nvPr>
        </p:nvSpPr>
        <p:spPr>
          <a:xfrm>
            <a:off x="7529476" y="391286"/>
            <a:ext cx="4114800" cy="365125"/>
          </a:xfrm>
        </p:spPr>
        <p:txBody>
          <a:bodyPr anchor="ctr" anchorCtr="0"/>
          <a:lstStyle>
            <a:lvl1pPr algn="r">
              <a:defRPr sz="1000">
                <a:solidFill>
                  <a:srgbClr val="003964"/>
                </a:solidFill>
              </a:defRPr>
            </a:lvl1pPr>
          </a:lstStyle>
          <a:p>
            <a:endParaRPr lang="en-UA"/>
          </a:p>
        </p:txBody>
      </p:sp>
      <p:sp>
        <p:nvSpPr>
          <p:cNvPr id="11" name="Slide Number Placeholder 11"/>
          <p:cNvSpPr>
            <a:spLocks noGrp="1"/>
          </p:cNvSpPr>
          <p:nvPr>
            <p:ph type="sldNum" sz="quarter" idx="12"/>
          </p:nvPr>
        </p:nvSpPr>
        <p:spPr>
          <a:xfrm>
            <a:off x="4265245" y="391286"/>
            <a:ext cx="2743200" cy="365125"/>
          </a:xfrm>
        </p:spPr>
        <p:txBody>
          <a:bodyPr/>
          <a:lstStyle>
            <a:lvl1pPr algn="ctr">
              <a:defRPr sz="1000">
                <a:solidFill>
                  <a:srgbClr val="003964"/>
                </a:solidFill>
              </a:defRPr>
            </a:lvl1pPr>
          </a:lstStyle>
          <a:p>
            <a:fld id="{A41F123B-2806-8B40-AA2E-3A69674172EE}" type="slidenum">
              <a:rPr lang="en-UA" smtClean="0"/>
              <a:t>‹№›</a:t>
            </a:fld>
            <a:endParaRPr lang="en-UA"/>
          </a:p>
        </p:txBody>
      </p:sp>
      <p:pic>
        <p:nvPicPr>
          <p:cNvPr id="22" name="Picture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251" y="371969"/>
            <a:ext cx="903900" cy="399062"/>
          </a:xfrm>
          <a:prstGeom prst="rect">
            <a:avLst/>
          </a:prstGeom>
        </p:spPr>
      </p:pic>
    </p:spTree>
    <p:extLst>
      <p:ext uri="{BB962C8B-B14F-4D97-AF65-F5344CB8AC3E}">
        <p14:creationId xmlns:p14="http://schemas.microsoft.com/office/powerpoint/2010/main" val="7097645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7_Presentation Subtitle">
    <p:bg>
      <p:bgPr>
        <a:solidFill>
          <a:srgbClr val="003964"/>
        </a:solidFill>
        <a:effectLst/>
      </p:bgPr>
    </p:bg>
    <p:spTree>
      <p:nvGrpSpPr>
        <p:cNvPr id="1" name=""/>
        <p:cNvGrpSpPr/>
        <p:nvPr/>
      </p:nvGrpSpPr>
      <p:grpSpPr>
        <a:xfrm>
          <a:off x="0" y="0"/>
          <a:ext cx="0" cy="0"/>
          <a:chOff x="0" y="0"/>
          <a:chExt cx="0" cy="0"/>
        </a:xfrm>
      </p:grpSpPr>
      <p:cxnSp>
        <p:nvCxnSpPr>
          <p:cNvPr id="7" name="Straight Connector 6"/>
          <p:cNvCxnSpPr/>
          <p:nvPr/>
        </p:nvCxnSpPr>
        <p:spPr>
          <a:xfrm>
            <a:off x="281355" y="5710308"/>
            <a:ext cx="11616244" cy="0"/>
          </a:xfrm>
          <a:prstGeom prst="line">
            <a:avLst/>
          </a:prstGeom>
          <a:ln w="9525">
            <a:solidFill>
              <a:srgbClr val="00BBCE"/>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0" y="2192375"/>
            <a:ext cx="10515600" cy="1325563"/>
          </a:xfrm>
          <a:prstGeom prst="rect">
            <a:avLst/>
          </a:prstGeom>
        </p:spPr>
        <p:txBody>
          <a:bodyPr anchor="ctr" anchorCtr="0"/>
          <a:lstStyle>
            <a:lvl1pPr algn="ctr">
              <a:defRPr>
                <a:solidFill>
                  <a:srgbClr val="00BBCE"/>
                </a:solidFill>
              </a:defRPr>
            </a:lvl1pPr>
          </a:lstStyle>
          <a:p>
            <a:r>
              <a:rPr lang="en-GB"/>
              <a:t>Click to edit Master title style</a:t>
            </a:r>
            <a:endParaRPr lang="en-US" dirty="0"/>
          </a:p>
        </p:txBody>
      </p:sp>
      <p:sp>
        <p:nvSpPr>
          <p:cNvPr id="12" name="Footer Placeholder 2"/>
          <p:cNvSpPr>
            <a:spLocks noGrp="1"/>
          </p:cNvSpPr>
          <p:nvPr>
            <p:ph type="ftr" sz="quarter" idx="10"/>
          </p:nvPr>
        </p:nvSpPr>
        <p:spPr>
          <a:xfrm>
            <a:off x="639501" y="6101595"/>
            <a:ext cx="4114800" cy="365125"/>
          </a:xfrm>
        </p:spPr>
        <p:txBody>
          <a:bodyPr anchor="ctr" anchorCtr="0"/>
          <a:lstStyle>
            <a:lvl1pPr algn="l">
              <a:defRPr>
                <a:solidFill>
                  <a:srgbClr val="00BBCE"/>
                </a:solidFill>
              </a:defRPr>
            </a:lvl1pPr>
          </a:lstStyle>
          <a:p>
            <a:endParaRPr lang="en-UA"/>
          </a:p>
        </p:txBody>
      </p:sp>
      <p:sp>
        <p:nvSpPr>
          <p:cNvPr id="14" name="Slide Number Placeholder 11"/>
          <p:cNvSpPr>
            <a:spLocks noGrp="1"/>
          </p:cNvSpPr>
          <p:nvPr>
            <p:ph type="sldNum" sz="quarter" idx="12"/>
          </p:nvPr>
        </p:nvSpPr>
        <p:spPr>
          <a:xfrm>
            <a:off x="4724399" y="6101595"/>
            <a:ext cx="2743200" cy="365125"/>
          </a:xfrm>
        </p:spPr>
        <p:txBody>
          <a:bodyPr/>
          <a:lstStyle>
            <a:lvl1pPr algn="ctr">
              <a:defRPr>
                <a:solidFill>
                  <a:srgbClr val="00BBCE"/>
                </a:solidFill>
              </a:defRPr>
            </a:lvl1pPr>
          </a:lstStyle>
          <a:p>
            <a:fld id="{A41F123B-2806-8B40-AA2E-3A69674172EE}" type="slidenum">
              <a:rPr lang="en-UA" smtClean="0"/>
              <a:t>‹№›</a:t>
            </a:fld>
            <a:endParaRPr lang="en-UA"/>
          </a:p>
        </p:txBody>
      </p:sp>
      <p:pic>
        <p:nvPicPr>
          <p:cNvPr id="8" name="Picture 16"/>
          <p:cNvPicPr>
            <a:picLocks noChangeAspect="1"/>
          </p:cNvPicPr>
          <p:nvPr/>
        </p:nvPicPr>
        <p:blipFill>
          <a:blip r:embed="rId2"/>
          <a:stretch>
            <a:fillRect/>
          </a:stretch>
        </p:blipFill>
        <p:spPr>
          <a:xfrm>
            <a:off x="10655175" y="6075376"/>
            <a:ext cx="908016" cy="402578"/>
          </a:xfrm>
          <a:prstGeom prst="rect">
            <a:avLst/>
          </a:prstGeom>
        </p:spPr>
      </p:pic>
    </p:spTree>
    <p:extLst>
      <p:ext uri="{BB962C8B-B14F-4D97-AF65-F5344CB8AC3E}">
        <p14:creationId xmlns:p14="http://schemas.microsoft.com/office/powerpoint/2010/main" val="40520533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5_Presentation Subtitle">
    <p:bg>
      <p:bgPr>
        <a:solidFill>
          <a:srgbClr val="003964"/>
        </a:solidFill>
        <a:effectLst/>
      </p:bgPr>
    </p:bg>
    <p:spTree>
      <p:nvGrpSpPr>
        <p:cNvPr id="1" name=""/>
        <p:cNvGrpSpPr/>
        <p:nvPr/>
      </p:nvGrpSpPr>
      <p:grpSpPr>
        <a:xfrm>
          <a:off x="0" y="0"/>
          <a:ext cx="0" cy="0"/>
          <a:chOff x="0" y="0"/>
          <a:chExt cx="0" cy="0"/>
        </a:xfrm>
      </p:grpSpPr>
      <p:cxnSp>
        <p:nvCxnSpPr>
          <p:cNvPr id="7" name="Straight Connector 6"/>
          <p:cNvCxnSpPr/>
          <p:nvPr/>
        </p:nvCxnSpPr>
        <p:spPr>
          <a:xfrm>
            <a:off x="281355" y="5710308"/>
            <a:ext cx="11616244" cy="0"/>
          </a:xfrm>
          <a:prstGeom prst="line">
            <a:avLst/>
          </a:prstGeom>
          <a:ln w="9525">
            <a:solidFill>
              <a:srgbClr val="A7C539"/>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0" y="2192375"/>
            <a:ext cx="10515600" cy="1325563"/>
          </a:xfrm>
          <a:prstGeom prst="rect">
            <a:avLst/>
          </a:prstGeom>
        </p:spPr>
        <p:txBody>
          <a:bodyPr anchor="ctr" anchorCtr="0"/>
          <a:lstStyle>
            <a:lvl1pPr algn="ctr">
              <a:defRPr>
                <a:solidFill>
                  <a:srgbClr val="A7C539"/>
                </a:solidFill>
              </a:defRPr>
            </a:lvl1pPr>
          </a:lstStyle>
          <a:p>
            <a:r>
              <a:rPr lang="en-GB"/>
              <a:t>Click to edit Master title style</a:t>
            </a:r>
            <a:endParaRPr lang="en-US" dirty="0"/>
          </a:p>
        </p:txBody>
      </p:sp>
      <p:sp>
        <p:nvSpPr>
          <p:cNvPr id="12" name="Footer Placeholder 2"/>
          <p:cNvSpPr>
            <a:spLocks noGrp="1"/>
          </p:cNvSpPr>
          <p:nvPr>
            <p:ph type="ftr" sz="quarter" idx="10"/>
          </p:nvPr>
        </p:nvSpPr>
        <p:spPr>
          <a:xfrm>
            <a:off x="639501" y="6101595"/>
            <a:ext cx="4114800" cy="365125"/>
          </a:xfrm>
        </p:spPr>
        <p:txBody>
          <a:bodyPr anchor="ctr" anchorCtr="0"/>
          <a:lstStyle>
            <a:lvl1pPr algn="l">
              <a:defRPr>
                <a:solidFill>
                  <a:srgbClr val="A7C539"/>
                </a:solidFill>
              </a:defRPr>
            </a:lvl1pPr>
          </a:lstStyle>
          <a:p>
            <a:endParaRPr lang="en-UA"/>
          </a:p>
        </p:txBody>
      </p:sp>
      <p:sp>
        <p:nvSpPr>
          <p:cNvPr id="14" name="Slide Number Placeholder 11"/>
          <p:cNvSpPr>
            <a:spLocks noGrp="1"/>
          </p:cNvSpPr>
          <p:nvPr>
            <p:ph type="sldNum" sz="quarter" idx="12"/>
          </p:nvPr>
        </p:nvSpPr>
        <p:spPr>
          <a:xfrm>
            <a:off x="4724399" y="6101595"/>
            <a:ext cx="2743200" cy="365125"/>
          </a:xfrm>
        </p:spPr>
        <p:txBody>
          <a:bodyPr/>
          <a:lstStyle>
            <a:lvl1pPr algn="ctr">
              <a:defRPr>
                <a:solidFill>
                  <a:srgbClr val="A7C539"/>
                </a:solidFill>
              </a:defRPr>
            </a:lvl1pPr>
          </a:lstStyle>
          <a:p>
            <a:fld id="{A41F123B-2806-8B40-AA2E-3A69674172EE}" type="slidenum">
              <a:rPr lang="en-UA" smtClean="0"/>
              <a:t>‹№›</a:t>
            </a:fld>
            <a:endParaRPr lang="en-UA"/>
          </a:p>
        </p:txBody>
      </p:sp>
      <p:pic>
        <p:nvPicPr>
          <p:cNvPr id="15" name="Picture 14"/>
          <p:cNvPicPr>
            <a:picLocks noChangeAspect="1"/>
          </p:cNvPicPr>
          <p:nvPr/>
        </p:nvPicPr>
        <p:blipFill>
          <a:blip r:embed="rId2"/>
          <a:stretch>
            <a:fillRect/>
          </a:stretch>
        </p:blipFill>
        <p:spPr>
          <a:xfrm>
            <a:off x="10655175" y="6083843"/>
            <a:ext cx="908016" cy="399842"/>
          </a:xfrm>
          <a:prstGeom prst="rect">
            <a:avLst/>
          </a:prstGeom>
        </p:spPr>
      </p:pic>
    </p:spTree>
    <p:extLst>
      <p:ext uri="{BB962C8B-B14F-4D97-AF65-F5344CB8AC3E}">
        <p14:creationId xmlns:p14="http://schemas.microsoft.com/office/powerpoint/2010/main" val="3498884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6_Presentation Subtitle">
    <p:bg>
      <p:bgPr>
        <a:solidFill>
          <a:srgbClr val="003964"/>
        </a:solidFill>
        <a:effectLst/>
      </p:bgPr>
    </p:bg>
    <p:spTree>
      <p:nvGrpSpPr>
        <p:cNvPr id="1" name=""/>
        <p:cNvGrpSpPr/>
        <p:nvPr/>
      </p:nvGrpSpPr>
      <p:grpSpPr>
        <a:xfrm>
          <a:off x="0" y="0"/>
          <a:ext cx="0" cy="0"/>
          <a:chOff x="0" y="0"/>
          <a:chExt cx="0" cy="0"/>
        </a:xfrm>
      </p:grpSpPr>
      <p:cxnSp>
        <p:nvCxnSpPr>
          <p:cNvPr id="7" name="Straight Connector 6"/>
          <p:cNvCxnSpPr/>
          <p:nvPr/>
        </p:nvCxnSpPr>
        <p:spPr>
          <a:xfrm>
            <a:off x="281355" y="5710308"/>
            <a:ext cx="11616244" cy="0"/>
          </a:xfrm>
          <a:prstGeom prst="line">
            <a:avLst/>
          </a:prstGeom>
          <a:ln w="9525">
            <a:solidFill>
              <a:srgbClr val="F16143"/>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0" y="2192375"/>
            <a:ext cx="10515600" cy="1325563"/>
          </a:xfrm>
          <a:prstGeom prst="rect">
            <a:avLst/>
          </a:prstGeom>
        </p:spPr>
        <p:txBody>
          <a:bodyPr anchor="ctr" anchorCtr="0"/>
          <a:lstStyle>
            <a:lvl1pPr algn="ctr">
              <a:defRPr>
                <a:solidFill>
                  <a:srgbClr val="F16143"/>
                </a:solidFill>
              </a:defRPr>
            </a:lvl1pPr>
          </a:lstStyle>
          <a:p>
            <a:r>
              <a:rPr lang="en-GB"/>
              <a:t>Click to edit Master title style</a:t>
            </a:r>
            <a:endParaRPr lang="en-US" dirty="0"/>
          </a:p>
        </p:txBody>
      </p:sp>
      <p:sp>
        <p:nvSpPr>
          <p:cNvPr id="12" name="Footer Placeholder 2"/>
          <p:cNvSpPr>
            <a:spLocks noGrp="1"/>
          </p:cNvSpPr>
          <p:nvPr>
            <p:ph type="ftr" sz="quarter" idx="10"/>
          </p:nvPr>
        </p:nvSpPr>
        <p:spPr>
          <a:xfrm>
            <a:off x="639501" y="6101595"/>
            <a:ext cx="4114800" cy="365125"/>
          </a:xfrm>
        </p:spPr>
        <p:txBody>
          <a:bodyPr anchor="ctr" anchorCtr="0"/>
          <a:lstStyle>
            <a:lvl1pPr algn="l">
              <a:defRPr>
                <a:solidFill>
                  <a:srgbClr val="F16143"/>
                </a:solidFill>
              </a:defRPr>
            </a:lvl1pPr>
          </a:lstStyle>
          <a:p>
            <a:endParaRPr lang="en-UA"/>
          </a:p>
        </p:txBody>
      </p:sp>
      <p:sp>
        <p:nvSpPr>
          <p:cNvPr id="14" name="Slide Number Placeholder 11"/>
          <p:cNvSpPr>
            <a:spLocks noGrp="1"/>
          </p:cNvSpPr>
          <p:nvPr>
            <p:ph type="sldNum" sz="quarter" idx="12"/>
          </p:nvPr>
        </p:nvSpPr>
        <p:spPr>
          <a:xfrm>
            <a:off x="4724399" y="6101595"/>
            <a:ext cx="2743200" cy="365125"/>
          </a:xfrm>
        </p:spPr>
        <p:txBody>
          <a:bodyPr/>
          <a:lstStyle>
            <a:lvl1pPr algn="ctr">
              <a:defRPr>
                <a:solidFill>
                  <a:srgbClr val="F16143"/>
                </a:solidFill>
              </a:defRPr>
            </a:lvl1pPr>
          </a:lstStyle>
          <a:p>
            <a:fld id="{A41F123B-2806-8B40-AA2E-3A69674172EE}" type="slidenum">
              <a:rPr lang="en-UA" smtClean="0"/>
              <a:t>‹№›</a:t>
            </a:fld>
            <a:endParaRPr lang="en-UA"/>
          </a:p>
        </p:txBody>
      </p:sp>
      <p:pic>
        <p:nvPicPr>
          <p:cNvPr id="16" name="Picture 15"/>
          <p:cNvPicPr>
            <a:picLocks noChangeAspect="1"/>
          </p:cNvPicPr>
          <p:nvPr/>
        </p:nvPicPr>
        <p:blipFill>
          <a:blip r:embed="rId2"/>
          <a:stretch>
            <a:fillRect/>
          </a:stretch>
        </p:blipFill>
        <p:spPr>
          <a:xfrm>
            <a:off x="10655175" y="6083843"/>
            <a:ext cx="908016" cy="399842"/>
          </a:xfrm>
          <a:prstGeom prst="rect">
            <a:avLst/>
          </a:prstGeom>
        </p:spPr>
      </p:pic>
    </p:spTree>
    <p:extLst>
      <p:ext uri="{BB962C8B-B14F-4D97-AF65-F5344CB8AC3E}">
        <p14:creationId xmlns:p14="http://schemas.microsoft.com/office/powerpoint/2010/main" val="13146394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3_Presentation Subtitle">
    <p:bg>
      <p:bgPr>
        <a:solidFill>
          <a:srgbClr val="003964"/>
        </a:solidFill>
        <a:effectLst/>
      </p:bgPr>
    </p:bg>
    <p:spTree>
      <p:nvGrpSpPr>
        <p:cNvPr id="1" name=""/>
        <p:cNvGrpSpPr/>
        <p:nvPr/>
      </p:nvGrpSpPr>
      <p:grpSpPr>
        <a:xfrm>
          <a:off x="0" y="0"/>
          <a:ext cx="0" cy="0"/>
          <a:chOff x="0" y="0"/>
          <a:chExt cx="0" cy="0"/>
        </a:xfrm>
      </p:grpSpPr>
      <p:cxnSp>
        <p:nvCxnSpPr>
          <p:cNvPr id="7" name="Straight Connector 6"/>
          <p:cNvCxnSpPr/>
          <p:nvPr/>
        </p:nvCxnSpPr>
        <p:spPr>
          <a:xfrm>
            <a:off x="281355" y="5710308"/>
            <a:ext cx="11616244" cy="0"/>
          </a:xfrm>
          <a:prstGeom prst="line">
            <a:avLst/>
          </a:prstGeom>
          <a:ln w="9525">
            <a:solidFill>
              <a:srgbClr val="E4E541"/>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0" y="2192375"/>
            <a:ext cx="10515600" cy="1325563"/>
          </a:xfrm>
          <a:prstGeom prst="rect">
            <a:avLst/>
          </a:prstGeom>
        </p:spPr>
        <p:txBody>
          <a:bodyPr anchor="ctr" anchorCtr="0"/>
          <a:lstStyle>
            <a:lvl1pPr algn="ctr">
              <a:defRPr>
                <a:solidFill>
                  <a:srgbClr val="E4E541"/>
                </a:solidFill>
              </a:defRPr>
            </a:lvl1pPr>
          </a:lstStyle>
          <a:p>
            <a:r>
              <a:rPr lang="en-GB"/>
              <a:t>Click to edit Master title style</a:t>
            </a:r>
            <a:endParaRPr lang="en-US" dirty="0"/>
          </a:p>
        </p:txBody>
      </p:sp>
      <p:sp>
        <p:nvSpPr>
          <p:cNvPr id="12" name="Footer Placeholder 2"/>
          <p:cNvSpPr>
            <a:spLocks noGrp="1"/>
          </p:cNvSpPr>
          <p:nvPr>
            <p:ph type="ftr" sz="quarter" idx="10"/>
          </p:nvPr>
        </p:nvSpPr>
        <p:spPr>
          <a:xfrm>
            <a:off x="639501" y="6101595"/>
            <a:ext cx="4114800" cy="365125"/>
          </a:xfrm>
        </p:spPr>
        <p:txBody>
          <a:bodyPr anchor="ctr" anchorCtr="0"/>
          <a:lstStyle>
            <a:lvl1pPr algn="l">
              <a:defRPr>
                <a:solidFill>
                  <a:srgbClr val="E4E541"/>
                </a:solidFill>
              </a:defRPr>
            </a:lvl1pPr>
          </a:lstStyle>
          <a:p>
            <a:endParaRPr lang="en-UA"/>
          </a:p>
        </p:txBody>
      </p:sp>
      <p:sp>
        <p:nvSpPr>
          <p:cNvPr id="14" name="Slide Number Placeholder 11"/>
          <p:cNvSpPr>
            <a:spLocks noGrp="1"/>
          </p:cNvSpPr>
          <p:nvPr>
            <p:ph type="sldNum" sz="quarter" idx="12"/>
          </p:nvPr>
        </p:nvSpPr>
        <p:spPr>
          <a:xfrm>
            <a:off x="4724399" y="6101595"/>
            <a:ext cx="2743200" cy="365125"/>
          </a:xfrm>
        </p:spPr>
        <p:txBody>
          <a:bodyPr/>
          <a:lstStyle>
            <a:lvl1pPr algn="ctr">
              <a:defRPr>
                <a:solidFill>
                  <a:srgbClr val="E4E541"/>
                </a:solidFill>
              </a:defRPr>
            </a:lvl1pPr>
          </a:lstStyle>
          <a:p>
            <a:fld id="{A41F123B-2806-8B40-AA2E-3A69674172EE}" type="slidenum">
              <a:rPr lang="en-UA" smtClean="0"/>
              <a:t>‹№›</a:t>
            </a:fld>
            <a:endParaRPr lang="en-UA"/>
          </a:p>
        </p:txBody>
      </p:sp>
      <p:pic>
        <p:nvPicPr>
          <p:cNvPr id="13" name="Picture 12"/>
          <p:cNvPicPr>
            <a:picLocks noChangeAspect="1"/>
          </p:cNvPicPr>
          <p:nvPr/>
        </p:nvPicPr>
        <p:blipFill>
          <a:blip r:embed="rId2"/>
          <a:stretch>
            <a:fillRect/>
          </a:stretch>
        </p:blipFill>
        <p:spPr>
          <a:xfrm>
            <a:off x="10658529" y="6084661"/>
            <a:ext cx="905256" cy="398627"/>
          </a:xfrm>
          <a:prstGeom prst="rect">
            <a:avLst/>
          </a:prstGeom>
        </p:spPr>
      </p:pic>
    </p:spTree>
    <p:extLst>
      <p:ext uri="{BB962C8B-B14F-4D97-AF65-F5344CB8AC3E}">
        <p14:creationId xmlns:p14="http://schemas.microsoft.com/office/powerpoint/2010/main" val="5162116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4_Presentation Subtitle">
    <p:bg>
      <p:bgPr>
        <a:solidFill>
          <a:schemeClr val="bg1"/>
        </a:solidFill>
        <a:effectLst/>
      </p:bgPr>
    </p:bg>
    <p:spTree>
      <p:nvGrpSpPr>
        <p:cNvPr id="1" name=""/>
        <p:cNvGrpSpPr/>
        <p:nvPr/>
      </p:nvGrpSpPr>
      <p:grpSpPr>
        <a:xfrm>
          <a:off x="0" y="0"/>
          <a:ext cx="0" cy="0"/>
          <a:chOff x="0" y="0"/>
          <a:chExt cx="0" cy="0"/>
        </a:xfrm>
      </p:grpSpPr>
      <p:cxnSp>
        <p:nvCxnSpPr>
          <p:cNvPr id="7" name="Straight Connector 6"/>
          <p:cNvCxnSpPr/>
          <p:nvPr/>
        </p:nvCxnSpPr>
        <p:spPr>
          <a:xfrm>
            <a:off x="281355" y="5710308"/>
            <a:ext cx="11616244" cy="0"/>
          </a:xfrm>
          <a:prstGeom prst="line">
            <a:avLst/>
          </a:prstGeom>
          <a:ln w="9525">
            <a:solidFill>
              <a:srgbClr val="003964"/>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a:xfrm>
            <a:off x="838200" y="2192375"/>
            <a:ext cx="10515600" cy="1325563"/>
          </a:xfrm>
          <a:prstGeom prst="rect">
            <a:avLst/>
          </a:prstGeom>
        </p:spPr>
        <p:txBody>
          <a:bodyPr anchor="ctr" anchorCtr="0"/>
          <a:lstStyle>
            <a:lvl1pPr algn="ctr">
              <a:defRPr>
                <a:solidFill>
                  <a:srgbClr val="003964"/>
                </a:solidFill>
              </a:defRPr>
            </a:lvl1pPr>
          </a:lstStyle>
          <a:p>
            <a:r>
              <a:rPr lang="en-GB"/>
              <a:t>Click to edit Master title style</a:t>
            </a:r>
            <a:endParaRPr lang="en-US" dirty="0"/>
          </a:p>
        </p:txBody>
      </p:sp>
      <p:sp>
        <p:nvSpPr>
          <p:cNvPr id="12" name="Footer Placeholder 2"/>
          <p:cNvSpPr>
            <a:spLocks noGrp="1"/>
          </p:cNvSpPr>
          <p:nvPr>
            <p:ph type="ftr" sz="quarter" idx="10"/>
          </p:nvPr>
        </p:nvSpPr>
        <p:spPr>
          <a:xfrm>
            <a:off x="639501" y="6101595"/>
            <a:ext cx="4114800" cy="365125"/>
          </a:xfrm>
        </p:spPr>
        <p:txBody>
          <a:bodyPr anchor="ctr" anchorCtr="0"/>
          <a:lstStyle>
            <a:lvl1pPr algn="l">
              <a:defRPr>
                <a:solidFill>
                  <a:srgbClr val="003964"/>
                </a:solidFill>
              </a:defRPr>
            </a:lvl1pPr>
          </a:lstStyle>
          <a:p>
            <a:endParaRPr lang="en-UA"/>
          </a:p>
        </p:txBody>
      </p:sp>
      <p:sp>
        <p:nvSpPr>
          <p:cNvPr id="14" name="Slide Number Placeholder 11"/>
          <p:cNvSpPr>
            <a:spLocks noGrp="1"/>
          </p:cNvSpPr>
          <p:nvPr>
            <p:ph type="sldNum" sz="quarter" idx="12"/>
          </p:nvPr>
        </p:nvSpPr>
        <p:spPr>
          <a:xfrm>
            <a:off x="4724399" y="6101595"/>
            <a:ext cx="2743200" cy="365125"/>
          </a:xfrm>
        </p:spPr>
        <p:txBody>
          <a:bodyPr/>
          <a:lstStyle>
            <a:lvl1pPr algn="ctr">
              <a:defRPr>
                <a:solidFill>
                  <a:srgbClr val="003964"/>
                </a:solidFill>
              </a:defRPr>
            </a:lvl1pPr>
          </a:lstStyle>
          <a:p>
            <a:fld id="{A41F123B-2806-8B40-AA2E-3A69674172EE}" type="slidenum">
              <a:rPr lang="en-UA" smtClean="0"/>
              <a:t>‹№›</a:t>
            </a:fld>
            <a:endParaRPr lang="en-UA"/>
          </a:p>
        </p:txBody>
      </p:sp>
      <p:pic>
        <p:nvPicPr>
          <p:cNvPr id="8"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8529" y="6067425"/>
            <a:ext cx="905256" cy="416298"/>
          </a:xfrm>
          <a:prstGeom prst="rect">
            <a:avLst/>
          </a:prstGeom>
        </p:spPr>
      </p:pic>
    </p:spTree>
    <p:extLst>
      <p:ext uri="{BB962C8B-B14F-4D97-AF65-F5344CB8AC3E}">
        <p14:creationId xmlns:p14="http://schemas.microsoft.com/office/powerpoint/2010/main" val="12919125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Title and Content 2">
    <p:spTree>
      <p:nvGrpSpPr>
        <p:cNvPr id="1" name=""/>
        <p:cNvGrpSpPr/>
        <p:nvPr/>
      </p:nvGrpSpPr>
      <p:grpSpPr>
        <a:xfrm>
          <a:off x="0" y="0"/>
          <a:ext cx="0" cy="0"/>
          <a:chOff x="0" y="0"/>
          <a:chExt cx="0" cy="0"/>
        </a:xfrm>
      </p:grpSpPr>
      <p:cxnSp>
        <p:nvCxnSpPr>
          <p:cNvPr id="9" name="Straight Connector 8"/>
          <p:cNvCxnSpPr/>
          <p:nvPr/>
        </p:nvCxnSpPr>
        <p:spPr>
          <a:xfrm>
            <a:off x="281355" y="1142999"/>
            <a:ext cx="11616244" cy="0"/>
          </a:xfrm>
          <a:prstGeom prst="line">
            <a:avLst/>
          </a:prstGeom>
          <a:ln w="9525">
            <a:solidFill>
              <a:srgbClr val="003964"/>
            </a:solidFill>
          </a:ln>
        </p:spPr>
        <p:style>
          <a:lnRef idx="1">
            <a:schemeClr val="accent1"/>
          </a:lnRef>
          <a:fillRef idx="0">
            <a:schemeClr val="accent1"/>
          </a:fillRef>
          <a:effectRef idx="0">
            <a:schemeClr val="accent1"/>
          </a:effectRef>
          <a:fontRef idx="minor">
            <a:schemeClr val="tx1"/>
          </a:fontRef>
        </p:style>
      </p:cxnSp>
      <p:sp>
        <p:nvSpPr>
          <p:cNvPr id="12" name="Footer Placeholder 5"/>
          <p:cNvSpPr>
            <a:spLocks noGrp="1"/>
          </p:cNvSpPr>
          <p:nvPr>
            <p:ph type="ftr" sz="quarter" idx="11"/>
          </p:nvPr>
        </p:nvSpPr>
        <p:spPr>
          <a:xfrm>
            <a:off x="639504" y="388941"/>
            <a:ext cx="3943787" cy="365125"/>
          </a:xfrm>
        </p:spPr>
        <p:txBody>
          <a:bodyPr/>
          <a:lstStyle>
            <a:lvl1pPr algn="l">
              <a:defRPr sz="1000"/>
            </a:lvl1pPr>
          </a:lstStyle>
          <a:p>
            <a:endParaRPr lang="en-UA"/>
          </a:p>
        </p:txBody>
      </p:sp>
      <p:sp>
        <p:nvSpPr>
          <p:cNvPr id="13" name="Slide Number Placeholder 11"/>
          <p:cNvSpPr>
            <a:spLocks noGrp="1"/>
          </p:cNvSpPr>
          <p:nvPr>
            <p:ph type="sldNum" sz="quarter" idx="12"/>
          </p:nvPr>
        </p:nvSpPr>
        <p:spPr>
          <a:xfrm>
            <a:off x="4724400" y="388941"/>
            <a:ext cx="2743200" cy="365125"/>
          </a:xfrm>
        </p:spPr>
        <p:txBody>
          <a:bodyPr/>
          <a:lstStyle>
            <a:lvl1pPr algn="ctr">
              <a:defRPr sz="1000"/>
            </a:lvl1pPr>
          </a:lstStyle>
          <a:p>
            <a:fld id="{A41F123B-2806-8B40-AA2E-3A69674172EE}" type="slidenum">
              <a:rPr lang="en-UA" smtClean="0"/>
              <a:t>‹№›</a:t>
            </a:fld>
            <a:endParaRPr lang="en-UA"/>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3803" y="371969"/>
            <a:ext cx="903900" cy="399062"/>
          </a:xfrm>
          <a:prstGeom prst="rect">
            <a:avLst/>
          </a:prstGeom>
        </p:spPr>
      </p:pic>
      <p:sp>
        <p:nvSpPr>
          <p:cNvPr id="6" name="Title Placeholder 1"/>
          <p:cNvSpPr>
            <a:spLocks noGrp="1"/>
          </p:cNvSpPr>
          <p:nvPr>
            <p:ph type="title"/>
          </p:nvPr>
        </p:nvSpPr>
        <p:spPr>
          <a:xfrm>
            <a:off x="630074" y="1387968"/>
            <a:ext cx="10927737" cy="497454"/>
          </a:xfrm>
          <a:prstGeom prst="rect">
            <a:avLst/>
          </a:prstGeom>
        </p:spPr>
        <p:txBody>
          <a:bodyPr vert="horz" lIns="91440" tIns="45720" rIns="91440" bIns="45720" rtlCol="0" anchor="ctr">
            <a:noAutofit/>
          </a:bodyPr>
          <a:lstStyle>
            <a:lvl1pPr>
              <a:defRPr sz="2800"/>
            </a:lvl1pPr>
          </a:lstStyle>
          <a:p>
            <a:r>
              <a:rPr lang="en-GB"/>
              <a:t>Click to edit Master title style</a:t>
            </a:r>
            <a:endParaRPr lang="en-US" dirty="0"/>
          </a:p>
        </p:txBody>
      </p:sp>
      <p:sp>
        <p:nvSpPr>
          <p:cNvPr id="7" name="Content Placeholder 3"/>
          <p:cNvSpPr>
            <a:spLocks noGrp="1"/>
          </p:cNvSpPr>
          <p:nvPr>
            <p:ph sz="quarter" idx="13"/>
          </p:nvPr>
        </p:nvSpPr>
        <p:spPr>
          <a:xfrm>
            <a:off x="630400" y="2032530"/>
            <a:ext cx="10927303" cy="452596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13864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Title and Content 2">
    <p:spTree>
      <p:nvGrpSpPr>
        <p:cNvPr id="1" name=""/>
        <p:cNvGrpSpPr/>
        <p:nvPr/>
      </p:nvGrpSpPr>
      <p:grpSpPr>
        <a:xfrm>
          <a:off x="0" y="0"/>
          <a:ext cx="0" cy="0"/>
          <a:chOff x="0" y="0"/>
          <a:chExt cx="0" cy="0"/>
        </a:xfrm>
      </p:grpSpPr>
      <p:cxnSp>
        <p:nvCxnSpPr>
          <p:cNvPr id="9" name="Straight Connector 8"/>
          <p:cNvCxnSpPr/>
          <p:nvPr/>
        </p:nvCxnSpPr>
        <p:spPr>
          <a:xfrm>
            <a:off x="281355" y="1142999"/>
            <a:ext cx="11616244" cy="0"/>
          </a:xfrm>
          <a:prstGeom prst="line">
            <a:avLst/>
          </a:prstGeom>
          <a:ln w="9525">
            <a:solidFill>
              <a:srgbClr val="003964"/>
            </a:solidFill>
          </a:ln>
        </p:spPr>
        <p:style>
          <a:lnRef idx="1">
            <a:schemeClr val="accent1"/>
          </a:lnRef>
          <a:fillRef idx="0">
            <a:schemeClr val="accent1"/>
          </a:fillRef>
          <a:effectRef idx="0">
            <a:schemeClr val="accent1"/>
          </a:effectRef>
          <a:fontRef idx="minor">
            <a:schemeClr val="tx1"/>
          </a:fontRef>
        </p:style>
      </p:cxnSp>
      <p:sp>
        <p:nvSpPr>
          <p:cNvPr id="12" name="Footer Placeholder 5"/>
          <p:cNvSpPr>
            <a:spLocks noGrp="1"/>
          </p:cNvSpPr>
          <p:nvPr>
            <p:ph type="ftr" sz="quarter" idx="11"/>
          </p:nvPr>
        </p:nvSpPr>
        <p:spPr>
          <a:xfrm>
            <a:off x="639504" y="388941"/>
            <a:ext cx="3943787" cy="365125"/>
          </a:xfrm>
        </p:spPr>
        <p:txBody>
          <a:bodyPr/>
          <a:lstStyle>
            <a:lvl1pPr algn="l">
              <a:defRPr sz="1000"/>
            </a:lvl1pPr>
          </a:lstStyle>
          <a:p>
            <a:endParaRPr lang="en-UA"/>
          </a:p>
        </p:txBody>
      </p:sp>
      <p:sp>
        <p:nvSpPr>
          <p:cNvPr id="13" name="Slide Number Placeholder 11"/>
          <p:cNvSpPr>
            <a:spLocks noGrp="1"/>
          </p:cNvSpPr>
          <p:nvPr>
            <p:ph type="sldNum" sz="quarter" idx="12"/>
          </p:nvPr>
        </p:nvSpPr>
        <p:spPr>
          <a:xfrm>
            <a:off x="4724400" y="388941"/>
            <a:ext cx="2743200" cy="365125"/>
          </a:xfrm>
        </p:spPr>
        <p:txBody>
          <a:bodyPr/>
          <a:lstStyle>
            <a:lvl1pPr algn="ctr">
              <a:defRPr sz="1000"/>
            </a:lvl1pPr>
          </a:lstStyle>
          <a:p>
            <a:fld id="{A41F123B-2806-8B40-AA2E-3A69674172EE}" type="slidenum">
              <a:rPr lang="en-UA" smtClean="0"/>
              <a:t>‹№›</a:t>
            </a:fld>
            <a:endParaRPr lang="en-UA"/>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3803" y="371969"/>
            <a:ext cx="903900" cy="399062"/>
          </a:xfrm>
          <a:prstGeom prst="rect">
            <a:avLst/>
          </a:prstGeom>
        </p:spPr>
      </p:pic>
    </p:spTree>
    <p:extLst>
      <p:ext uri="{BB962C8B-B14F-4D97-AF65-F5344CB8AC3E}">
        <p14:creationId xmlns:p14="http://schemas.microsoft.com/office/powerpoint/2010/main" val="12846894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2_Титульный слайд">
    <p:bg>
      <p:bgPr>
        <a:solidFill>
          <a:srgbClr val="003964"/>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81726"/>
            <a:ext cx="9144000" cy="1729290"/>
          </a:xfrm>
        </p:spPr>
        <p:txBody>
          <a:bodyPr anchor="b">
            <a:normAutofit/>
          </a:bodyPr>
          <a:lstStyle>
            <a:lvl1pPr algn="ctr">
              <a:lnSpc>
                <a:spcPct val="114000"/>
              </a:lnSpc>
              <a:defRPr sz="4400" b="1" i="0">
                <a:solidFill>
                  <a:schemeClr val="bg1"/>
                </a:solidFill>
              </a:defRPr>
            </a:lvl1pPr>
          </a:lstStyle>
          <a:p>
            <a:r>
              <a:rPr lang="en-GB"/>
              <a:t>Click to edit Master title style</a:t>
            </a:r>
            <a:endParaRPr lang="en-US" dirty="0"/>
          </a:p>
        </p:txBody>
      </p:sp>
      <p:sp>
        <p:nvSpPr>
          <p:cNvPr id="3" name="Subtitle 2"/>
          <p:cNvSpPr>
            <a:spLocks noGrp="1"/>
          </p:cNvSpPr>
          <p:nvPr>
            <p:ph type="subTitle" idx="1"/>
          </p:nvPr>
        </p:nvSpPr>
        <p:spPr>
          <a:xfrm>
            <a:off x="1524000" y="4195596"/>
            <a:ext cx="9144000" cy="1655762"/>
          </a:xfrm>
        </p:spPr>
        <p:txBody>
          <a:bodyPr>
            <a:normAutofit/>
          </a:bodyPr>
          <a:lstStyle>
            <a:lvl1pPr marL="0" indent="0" algn="ctr">
              <a:lnSpc>
                <a:spcPct val="130000"/>
              </a:lnSpc>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cxnSp>
        <p:nvCxnSpPr>
          <p:cNvPr id="8" name="Straight Connector 6"/>
          <p:cNvCxnSpPr/>
          <p:nvPr/>
        </p:nvCxnSpPr>
        <p:spPr>
          <a:xfrm>
            <a:off x="338119" y="1142999"/>
            <a:ext cx="1151576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Рисунок 5"/>
          <p:cNvPicPr>
            <a:picLocks noChangeAspect="1"/>
          </p:cNvPicPr>
          <p:nvPr/>
        </p:nvPicPr>
        <p:blipFill>
          <a:blip r:embed="rId2"/>
          <a:stretch>
            <a:fillRect/>
          </a:stretch>
        </p:blipFill>
        <p:spPr>
          <a:xfrm>
            <a:off x="603848" y="374313"/>
            <a:ext cx="1814969" cy="397282"/>
          </a:xfrm>
          <a:prstGeom prst="rect">
            <a:avLst/>
          </a:prstGeom>
        </p:spPr>
      </p:pic>
    </p:spTree>
    <p:extLst>
      <p:ext uri="{BB962C8B-B14F-4D97-AF65-F5344CB8AC3E}">
        <p14:creationId xmlns:p14="http://schemas.microsoft.com/office/powerpoint/2010/main" val="10257845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81726"/>
            <a:ext cx="9144000" cy="1729290"/>
          </a:xfrm>
        </p:spPr>
        <p:txBody>
          <a:bodyPr anchor="b">
            <a:normAutofit/>
          </a:bodyPr>
          <a:lstStyle>
            <a:lvl1pPr algn="ctr">
              <a:lnSpc>
                <a:spcPct val="114000"/>
              </a:lnSpc>
              <a:defRPr sz="4400" b="1" i="0">
                <a:solidFill>
                  <a:srgbClr val="003964"/>
                </a:solidFill>
              </a:defRPr>
            </a:lvl1pPr>
          </a:lstStyle>
          <a:p>
            <a:r>
              <a:rPr lang="en-GB"/>
              <a:t>Click to edit Master title style</a:t>
            </a:r>
            <a:endParaRPr lang="en-US" dirty="0"/>
          </a:p>
        </p:txBody>
      </p:sp>
      <p:sp>
        <p:nvSpPr>
          <p:cNvPr id="3" name="Subtitle 2"/>
          <p:cNvSpPr>
            <a:spLocks noGrp="1"/>
          </p:cNvSpPr>
          <p:nvPr>
            <p:ph type="subTitle" idx="1"/>
          </p:nvPr>
        </p:nvSpPr>
        <p:spPr>
          <a:xfrm>
            <a:off x="1524000" y="4195596"/>
            <a:ext cx="9144000" cy="1655762"/>
          </a:xfrm>
        </p:spPr>
        <p:txBody>
          <a:bodyPr>
            <a:normAutofit/>
          </a:bodyPr>
          <a:lstStyle>
            <a:lvl1pPr marL="0" indent="0" algn="ctr">
              <a:lnSpc>
                <a:spcPct val="130000"/>
              </a:lnSpc>
              <a:buNone/>
              <a:defRPr sz="2800">
                <a:solidFill>
                  <a:srgbClr val="00396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7" name="Рисунок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6515" y="374314"/>
            <a:ext cx="1814969" cy="397404"/>
          </a:xfrm>
          <a:prstGeom prst="rect">
            <a:avLst/>
          </a:prstGeom>
        </p:spPr>
      </p:pic>
      <p:cxnSp>
        <p:nvCxnSpPr>
          <p:cNvPr id="8" name="Straight Connector 6"/>
          <p:cNvCxnSpPr/>
          <p:nvPr/>
        </p:nvCxnSpPr>
        <p:spPr>
          <a:xfrm>
            <a:off x="338119" y="1142999"/>
            <a:ext cx="11515763" cy="0"/>
          </a:xfrm>
          <a:prstGeom prst="line">
            <a:avLst/>
          </a:prstGeom>
          <a:ln w="9525">
            <a:solidFill>
              <a:srgbClr val="00396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012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Заголовок и объект">
    <p:spTree>
      <p:nvGrpSpPr>
        <p:cNvPr id="1" name=""/>
        <p:cNvGrpSpPr/>
        <p:nvPr/>
      </p:nvGrpSpPr>
      <p:grpSpPr>
        <a:xfrm>
          <a:off x="0" y="0"/>
          <a:ext cx="0" cy="0"/>
          <a:chOff x="0" y="0"/>
          <a:chExt cx="0" cy="0"/>
        </a:xfrm>
      </p:grpSpPr>
      <p:sp>
        <p:nvSpPr>
          <p:cNvPr id="8" name="Title Placeholder 1"/>
          <p:cNvSpPr>
            <a:spLocks noGrp="1"/>
          </p:cNvSpPr>
          <p:nvPr>
            <p:ph type="title"/>
          </p:nvPr>
        </p:nvSpPr>
        <p:spPr>
          <a:xfrm>
            <a:off x="616515" y="713219"/>
            <a:ext cx="10958970" cy="741279"/>
          </a:xfrm>
          <a:prstGeom prst="rect">
            <a:avLst/>
          </a:prstGeom>
        </p:spPr>
        <p:txBody>
          <a:bodyPr vert="horz" lIns="91440" tIns="45720" rIns="91440" bIns="45720" rtlCol="0" anchor="t" anchorCtr="0">
            <a:normAutofit/>
          </a:bodyPr>
          <a:lstStyle/>
          <a:p>
            <a:r>
              <a:rPr lang="en-GB"/>
              <a:t>Click to edit Master title style</a:t>
            </a:r>
            <a:endParaRPr lang="en-US" dirty="0"/>
          </a:p>
        </p:txBody>
      </p:sp>
      <p:sp>
        <p:nvSpPr>
          <p:cNvPr id="9" name="Text Placeholder 2"/>
          <p:cNvSpPr>
            <a:spLocks noGrp="1"/>
          </p:cNvSpPr>
          <p:nvPr>
            <p:ph idx="1"/>
          </p:nvPr>
        </p:nvSpPr>
        <p:spPr>
          <a:xfrm>
            <a:off x="616515" y="1569717"/>
            <a:ext cx="10958970" cy="46714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Footer Placeholder 4"/>
          <p:cNvSpPr>
            <a:spLocks noGrp="1"/>
          </p:cNvSpPr>
          <p:nvPr>
            <p:ph type="ftr" sz="quarter" idx="3"/>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a:p>
        </p:txBody>
      </p:sp>
      <p:sp>
        <p:nvSpPr>
          <p:cNvPr id="11"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a:p>
        </p:txBody>
      </p:sp>
    </p:spTree>
    <p:extLst>
      <p:ext uri="{BB962C8B-B14F-4D97-AF65-F5344CB8AC3E}">
        <p14:creationId xmlns:p14="http://schemas.microsoft.com/office/powerpoint/2010/main" val="24562202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4_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30905"/>
            <a:ext cx="9144000" cy="1729290"/>
          </a:xfrm>
        </p:spPr>
        <p:txBody>
          <a:bodyPr anchor="ctr" anchorCtr="0">
            <a:normAutofit/>
          </a:bodyPr>
          <a:lstStyle>
            <a:lvl1pPr algn="ctr">
              <a:lnSpc>
                <a:spcPct val="114000"/>
              </a:lnSpc>
              <a:defRPr sz="4400" b="1" i="0">
                <a:solidFill>
                  <a:srgbClr val="003964"/>
                </a:solidFill>
              </a:defRPr>
            </a:lvl1pPr>
          </a:lstStyle>
          <a:p>
            <a:r>
              <a:rPr lang="en-GB"/>
              <a:t>Click to edit Master title style</a:t>
            </a:r>
            <a:endParaRPr lang="en-US" dirty="0"/>
          </a:p>
        </p:txBody>
      </p:sp>
      <p:sp>
        <p:nvSpPr>
          <p:cNvPr id="6" name="Rectangle 6"/>
          <p:cNvSpPr/>
          <p:nvPr/>
        </p:nvSpPr>
        <p:spPr>
          <a:xfrm>
            <a:off x="0" y="0"/>
            <a:ext cx="12192000" cy="533832"/>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38063" y="148284"/>
            <a:ext cx="537422" cy="237265"/>
          </a:xfrm>
          <a:prstGeom prst="rect">
            <a:avLst/>
          </a:prstGeom>
        </p:spPr>
      </p:pic>
    </p:spTree>
    <p:extLst>
      <p:ext uri="{BB962C8B-B14F-4D97-AF65-F5344CB8AC3E}">
        <p14:creationId xmlns:p14="http://schemas.microsoft.com/office/powerpoint/2010/main" val="39871299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3_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844842"/>
            <a:ext cx="9144000" cy="1729290"/>
          </a:xfrm>
        </p:spPr>
        <p:txBody>
          <a:bodyPr anchor="b">
            <a:normAutofit/>
          </a:bodyPr>
          <a:lstStyle>
            <a:lvl1pPr algn="ctr">
              <a:lnSpc>
                <a:spcPct val="114000"/>
              </a:lnSpc>
              <a:defRPr sz="4400" b="1" i="0">
                <a:solidFill>
                  <a:srgbClr val="003964"/>
                </a:solidFill>
              </a:defRPr>
            </a:lvl1pPr>
          </a:lstStyle>
          <a:p>
            <a:r>
              <a:rPr lang="en-GB"/>
              <a:t>Click to edit Master title style</a:t>
            </a:r>
            <a:endParaRPr lang="en-US" dirty="0"/>
          </a:p>
        </p:txBody>
      </p:sp>
      <p:sp>
        <p:nvSpPr>
          <p:cNvPr id="3" name="Subtitle 2"/>
          <p:cNvSpPr>
            <a:spLocks noGrp="1"/>
          </p:cNvSpPr>
          <p:nvPr>
            <p:ph type="subTitle" idx="1"/>
          </p:nvPr>
        </p:nvSpPr>
        <p:spPr>
          <a:xfrm>
            <a:off x="1524000" y="3858712"/>
            <a:ext cx="9144000" cy="1655762"/>
          </a:xfrm>
        </p:spPr>
        <p:txBody>
          <a:bodyPr>
            <a:normAutofit/>
          </a:bodyPr>
          <a:lstStyle>
            <a:lvl1pPr marL="0" indent="0" algn="ctr">
              <a:lnSpc>
                <a:spcPct val="130000"/>
              </a:lnSpc>
              <a:buNone/>
              <a:defRPr sz="2800">
                <a:solidFill>
                  <a:srgbClr val="00396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6" name="Rectangle 6"/>
          <p:cNvSpPr/>
          <p:nvPr/>
        </p:nvSpPr>
        <p:spPr>
          <a:xfrm>
            <a:off x="0" y="0"/>
            <a:ext cx="12192000" cy="533832"/>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9"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38063" y="148284"/>
            <a:ext cx="537422" cy="237265"/>
          </a:xfrm>
          <a:prstGeom prst="rect">
            <a:avLst/>
          </a:prstGeom>
        </p:spPr>
      </p:pic>
    </p:spTree>
    <p:extLst>
      <p:ext uri="{BB962C8B-B14F-4D97-AF65-F5344CB8AC3E}">
        <p14:creationId xmlns:p14="http://schemas.microsoft.com/office/powerpoint/2010/main" val="7352377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Два объекта">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6514" y="1569717"/>
            <a:ext cx="5403286" cy="46714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199" y="1569717"/>
            <a:ext cx="5403285" cy="46714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Title Placeholder 1"/>
          <p:cNvSpPr>
            <a:spLocks noGrp="1"/>
          </p:cNvSpPr>
          <p:nvPr>
            <p:ph type="title"/>
          </p:nvPr>
        </p:nvSpPr>
        <p:spPr>
          <a:xfrm>
            <a:off x="616515" y="713219"/>
            <a:ext cx="10958970" cy="741279"/>
          </a:xfrm>
          <a:prstGeom prst="rect">
            <a:avLst/>
          </a:prstGeom>
        </p:spPr>
        <p:txBody>
          <a:bodyPr vert="horz" lIns="91440" tIns="45720" rIns="91440" bIns="45720" rtlCol="0" anchor="t" anchorCtr="0">
            <a:normAutofit/>
          </a:bodyPr>
          <a:lstStyle/>
          <a:p>
            <a:r>
              <a:rPr lang="en-GB"/>
              <a:t>Click to edit Master title style</a:t>
            </a:r>
            <a:endParaRPr lang="en-US" dirty="0"/>
          </a:p>
        </p:txBody>
      </p:sp>
      <p:sp>
        <p:nvSpPr>
          <p:cNvPr id="9" name="Footer Placeholder 4"/>
          <p:cNvSpPr>
            <a:spLocks noGrp="1"/>
          </p:cNvSpPr>
          <p:nvPr>
            <p:ph type="ftr" sz="quarter" idx="3"/>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a:p>
        </p:txBody>
      </p:sp>
      <p:sp>
        <p:nvSpPr>
          <p:cNvPr id="10"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a:p>
        </p:txBody>
      </p:sp>
    </p:spTree>
    <p:extLst>
      <p:ext uri="{BB962C8B-B14F-4D97-AF65-F5344CB8AC3E}">
        <p14:creationId xmlns:p14="http://schemas.microsoft.com/office/powerpoint/2010/main" val="41362830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Сравнение">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16514" y="713219"/>
            <a:ext cx="5381061" cy="741279"/>
          </a:xfrm>
        </p:spPr>
        <p:txBody>
          <a:bodyPr anchor="t" anchorCtr="0">
            <a:norm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p:cNvSpPr>
            <a:spLocks noGrp="1"/>
          </p:cNvSpPr>
          <p:nvPr>
            <p:ph type="body" sz="quarter" idx="3"/>
          </p:nvPr>
        </p:nvSpPr>
        <p:spPr>
          <a:xfrm>
            <a:off x="6172200" y="713219"/>
            <a:ext cx="5403284" cy="741279"/>
          </a:xfrm>
        </p:spPr>
        <p:txBody>
          <a:bodyPr anchor="t" anchorCtr="0">
            <a:normAutofit/>
          </a:bodyPr>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Content Placeholder 2"/>
          <p:cNvSpPr>
            <a:spLocks noGrp="1"/>
          </p:cNvSpPr>
          <p:nvPr>
            <p:ph sz="half" idx="10"/>
          </p:nvPr>
        </p:nvSpPr>
        <p:spPr>
          <a:xfrm>
            <a:off x="616514" y="1569717"/>
            <a:ext cx="5403286" cy="4671414"/>
          </a:xfrm>
        </p:spPr>
        <p:txBody>
          <a:bodyPr>
            <a:normAutofit/>
          </a:bodyPr>
          <a:lstStyle>
            <a:lvl1pPr>
              <a:defRPr sz="2800"/>
            </a:lvl1pPr>
            <a:lvl2pPr>
              <a:defRPr sz="2400"/>
            </a:lvl2pPr>
            <a:lvl3pPr>
              <a:defRPr sz="20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Content Placeholder 3"/>
          <p:cNvSpPr>
            <a:spLocks noGrp="1"/>
          </p:cNvSpPr>
          <p:nvPr>
            <p:ph sz="half" idx="2"/>
          </p:nvPr>
        </p:nvSpPr>
        <p:spPr>
          <a:xfrm>
            <a:off x="6172199" y="1569717"/>
            <a:ext cx="5403285" cy="4671414"/>
          </a:xfrm>
        </p:spPr>
        <p:txBody>
          <a:bodyPr>
            <a:normAutofit/>
          </a:bodyPr>
          <a:lstStyle>
            <a:lvl1pPr>
              <a:defRPr sz="2800"/>
            </a:lvl1pPr>
            <a:lvl2pPr>
              <a:defRPr sz="2400"/>
            </a:lvl2pPr>
            <a:lvl3pPr>
              <a:defRPr sz="2000"/>
            </a:lvl3pPr>
            <a:lvl4pPr>
              <a:defRPr sz="1800"/>
            </a:lvl4pPr>
            <a:lvl5pPr>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2" name="Footer Placeholder 4"/>
          <p:cNvSpPr>
            <a:spLocks noGrp="1"/>
          </p:cNvSpPr>
          <p:nvPr>
            <p:ph type="ftr" sz="quarter" idx="11"/>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a:p>
        </p:txBody>
      </p:sp>
      <p:sp>
        <p:nvSpPr>
          <p:cNvPr id="13"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a:p>
        </p:txBody>
      </p:sp>
    </p:spTree>
    <p:extLst>
      <p:ext uri="{BB962C8B-B14F-4D97-AF65-F5344CB8AC3E}">
        <p14:creationId xmlns:p14="http://schemas.microsoft.com/office/powerpoint/2010/main" val="21693550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Только заголовок">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616515" y="713219"/>
            <a:ext cx="10958970" cy="741279"/>
          </a:xfrm>
          <a:prstGeom prst="rect">
            <a:avLst/>
          </a:prstGeom>
        </p:spPr>
        <p:txBody>
          <a:bodyPr vert="horz" lIns="91440" tIns="45720" rIns="91440" bIns="45720" rtlCol="0" anchor="t" anchorCtr="0">
            <a:normAutofit/>
          </a:bodyPr>
          <a:lstStyle/>
          <a:p>
            <a:r>
              <a:rPr lang="en-GB" dirty="0"/>
              <a:t>Click to edit Master title style</a:t>
            </a:r>
            <a:endParaRPr lang="en-US" dirty="0"/>
          </a:p>
        </p:txBody>
      </p:sp>
      <p:sp>
        <p:nvSpPr>
          <p:cNvPr id="7" name="Footer Placeholder 4"/>
          <p:cNvSpPr>
            <a:spLocks noGrp="1"/>
          </p:cNvSpPr>
          <p:nvPr>
            <p:ph type="ftr" sz="quarter" idx="11"/>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dirty="0"/>
          </a:p>
        </p:txBody>
      </p:sp>
      <p:sp>
        <p:nvSpPr>
          <p:cNvPr id="8"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dirty="0"/>
          </a:p>
        </p:txBody>
      </p:sp>
    </p:spTree>
    <p:extLst>
      <p:ext uri="{BB962C8B-B14F-4D97-AF65-F5344CB8AC3E}">
        <p14:creationId xmlns:p14="http://schemas.microsoft.com/office/powerpoint/2010/main" val="39384298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a:p>
        </p:txBody>
      </p:sp>
      <p:sp>
        <p:nvSpPr>
          <p:cNvPr id="7"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a:p>
        </p:txBody>
      </p:sp>
    </p:spTree>
    <p:extLst>
      <p:ext uri="{BB962C8B-B14F-4D97-AF65-F5344CB8AC3E}">
        <p14:creationId xmlns:p14="http://schemas.microsoft.com/office/powerpoint/2010/main" val="6964064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13_Title Slide">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a:p>
        </p:txBody>
      </p:sp>
      <p:sp>
        <p:nvSpPr>
          <p:cNvPr id="3"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a:p>
        </p:txBody>
      </p:sp>
    </p:spTree>
    <p:extLst>
      <p:ext uri="{BB962C8B-B14F-4D97-AF65-F5344CB8AC3E}">
        <p14:creationId xmlns:p14="http://schemas.microsoft.com/office/powerpoint/2010/main" val="39357745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6515" y="713219"/>
            <a:ext cx="10958970" cy="741279"/>
          </a:xfrm>
          <a:prstGeom prst="rect">
            <a:avLst/>
          </a:prstGeom>
        </p:spPr>
        <p:txBody>
          <a:bodyPr vert="horz" lIns="91440" tIns="45720" rIns="91440" bIns="45720" rtlCol="0" anchor="ctr">
            <a:normAutofit/>
          </a:bodyPr>
          <a:lstStyle/>
          <a:p>
            <a:r>
              <a:rPr lang="ru-RU" dirty="0"/>
              <a:t>Образец заголовка</a:t>
            </a:r>
            <a:endParaRPr lang="en-US" dirty="0"/>
          </a:p>
        </p:txBody>
      </p:sp>
      <p:sp>
        <p:nvSpPr>
          <p:cNvPr id="3" name="Text Placeholder 2"/>
          <p:cNvSpPr>
            <a:spLocks noGrp="1"/>
          </p:cNvSpPr>
          <p:nvPr>
            <p:ph type="body" idx="1"/>
          </p:nvPr>
        </p:nvSpPr>
        <p:spPr>
          <a:xfrm>
            <a:off x="616515" y="1569717"/>
            <a:ext cx="10958970" cy="4671414"/>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5" name="Footer Placeholder 4"/>
          <p:cNvSpPr>
            <a:spLocks noGrp="1"/>
          </p:cNvSpPr>
          <p:nvPr>
            <p:ph type="ftr" sz="quarter" idx="3"/>
          </p:nvPr>
        </p:nvSpPr>
        <p:spPr>
          <a:xfrm>
            <a:off x="616514" y="6356350"/>
            <a:ext cx="8032185" cy="365125"/>
          </a:xfrm>
          <a:prstGeom prst="rect">
            <a:avLst/>
          </a:prstGeom>
        </p:spPr>
        <p:txBody>
          <a:bodyPr vert="horz" lIns="91440" tIns="45720" rIns="91440" bIns="45720" rtlCol="0" anchor="ctr"/>
          <a:lstStyle>
            <a:lvl1pPr algn="l">
              <a:defRPr sz="1100">
                <a:solidFill>
                  <a:srgbClr val="003964"/>
                </a:solidFill>
              </a:defRPr>
            </a:lvl1pPr>
          </a:lstStyle>
          <a:p>
            <a:endParaRPr lang="en-UA"/>
          </a:p>
        </p:txBody>
      </p:sp>
      <p:sp>
        <p:nvSpPr>
          <p:cNvPr id="6" name="Slide Number Placeholder 5"/>
          <p:cNvSpPr>
            <a:spLocks noGrp="1"/>
          </p:cNvSpPr>
          <p:nvPr>
            <p:ph type="sldNum" sz="quarter" idx="4"/>
          </p:nvPr>
        </p:nvSpPr>
        <p:spPr>
          <a:xfrm>
            <a:off x="8832285" y="6356350"/>
            <a:ext cx="2743200" cy="365125"/>
          </a:xfrm>
          <a:prstGeom prst="rect">
            <a:avLst/>
          </a:prstGeom>
        </p:spPr>
        <p:txBody>
          <a:bodyPr vert="horz" lIns="91440" tIns="45720" rIns="91440" bIns="45720" rtlCol="0" anchor="ctr"/>
          <a:lstStyle>
            <a:lvl1pPr algn="r">
              <a:defRPr sz="1100">
                <a:solidFill>
                  <a:srgbClr val="003964"/>
                </a:solidFill>
              </a:defRPr>
            </a:lvl1pPr>
          </a:lstStyle>
          <a:p>
            <a:fld id="{A41F123B-2806-8B40-AA2E-3A69674172EE}" type="slidenum">
              <a:rPr lang="en-UA" smtClean="0"/>
              <a:t>‹№›</a:t>
            </a:fld>
            <a:endParaRPr lang="en-UA"/>
          </a:p>
        </p:txBody>
      </p:sp>
      <p:sp>
        <p:nvSpPr>
          <p:cNvPr id="7" name="Rectangle 6"/>
          <p:cNvSpPr/>
          <p:nvPr/>
        </p:nvSpPr>
        <p:spPr>
          <a:xfrm>
            <a:off x="0" y="0"/>
            <a:ext cx="12192000" cy="533832"/>
          </a:xfrm>
          <a:prstGeom prst="rect">
            <a:avLst/>
          </a:prstGeom>
          <a:solidFill>
            <a:srgbClr val="003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13"/>
          <p:cNvPicPr>
            <a:picLocks noChangeAspect="1"/>
          </p:cNvPicPr>
          <p:nvPr/>
        </p:nvPicPr>
        <p:blipFill>
          <a:blip r:embed="rId36" cstate="print">
            <a:extLst>
              <a:ext uri="{28A0092B-C50C-407E-A947-70E740481C1C}">
                <a14:useLocalDpi xmlns:a14="http://schemas.microsoft.com/office/drawing/2010/main" val="0"/>
              </a:ext>
            </a:extLst>
          </a:blip>
          <a:stretch>
            <a:fillRect/>
          </a:stretch>
        </p:blipFill>
        <p:spPr>
          <a:xfrm>
            <a:off x="11038063" y="148284"/>
            <a:ext cx="537422" cy="237265"/>
          </a:xfrm>
          <a:prstGeom prst="rect">
            <a:avLst/>
          </a:prstGeom>
        </p:spPr>
      </p:pic>
    </p:spTree>
    <p:extLst>
      <p:ext uri="{BB962C8B-B14F-4D97-AF65-F5344CB8AC3E}">
        <p14:creationId xmlns:p14="http://schemas.microsoft.com/office/powerpoint/2010/main" val="975649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ftr="0" dt="0"/>
  <p:txStyles>
    <p:titleStyle>
      <a:lvl1pPr algn="l" defTabSz="914400" rtl="0" eaLnBrk="1" latinLnBrk="0" hangingPunct="1">
        <a:lnSpc>
          <a:spcPct val="114000"/>
        </a:lnSpc>
        <a:spcBef>
          <a:spcPct val="0"/>
        </a:spcBef>
        <a:buNone/>
        <a:defRPr sz="3600" b="1" kern="1200">
          <a:solidFill>
            <a:srgbClr val="003964"/>
          </a:solidFill>
          <a:latin typeface="+mj-lt"/>
          <a:ea typeface="+mj-ea"/>
          <a:cs typeface="+mj-cs"/>
        </a:defRPr>
      </a:lvl1pPr>
    </p:titleStyle>
    <p:bodyStyle>
      <a:lvl1pPr marL="228600" indent="-228600" algn="l" defTabSz="914400" rtl="0" eaLnBrk="1" latinLnBrk="0" hangingPunct="1">
        <a:lnSpc>
          <a:spcPct val="130000"/>
        </a:lnSpc>
        <a:spcBef>
          <a:spcPts val="0"/>
        </a:spcBef>
        <a:spcAft>
          <a:spcPts val="0"/>
        </a:spcAft>
        <a:buFont typeface="Arial" panose="020B0604020202020204" pitchFamily="34" charset="0"/>
        <a:buChar char="•"/>
        <a:defRPr sz="2800" kern="1200">
          <a:solidFill>
            <a:srgbClr val="003964"/>
          </a:solidFill>
          <a:latin typeface="+mn-lt"/>
          <a:ea typeface="+mn-ea"/>
          <a:cs typeface="+mn-cs"/>
        </a:defRPr>
      </a:lvl1pPr>
      <a:lvl2pPr marL="685800" indent="-228600" algn="l" defTabSz="914400" rtl="0" eaLnBrk="1" latinLnBrk="0" hangingPunct="1">
        <a:lnSpc>
          <a:spcPct val="130000"/>
        </a:lnSpc>
        <a:spcBef>
          <a:spcPts val="0"/>
        </a:spcBef>
        <a:spcAft>
          <a:spcPts val="0"/>
        </a:spcAft>
        <a:buFont typeface="Arial" panose="020B0604020202020204" pitchFamily="34" charset="0"/>
        <a:buChar char="•"/>
        <a:defRPr sz="2400" kern="1200">
          <a:solidFill>
            <a:srgbClr val="003964"/>
          </a:solidFill>
          <a:latin typeface="+mn-lt"/>
          <a:ea typeface="+mn-ea"/>
          <a:cs typeface="+mn-cs"/>
        </a:defRPr>
      </a:lvl2pPr>
      <a:lvl3pPr marL="1143000" indent="-228600" algn="l" defTabSz="914400" rtl="0" eaLnBrk="1" latinLnBrk="0" hangingPunct="1">
        <a:lnSpc>
          <a:spcPct val="130000"/>
        </a:lnSpc>
        <a:spcBef>
          <a:spcPts val="0"/>
        </a:spcBef>
        <a:spcAft>
          <a:spcPts val="0"/>
        </a:spcAft>
        <a:buFont typeface="Arial" panose="020B0604020202020204" pitchFamily="34" charset="0"/>
        <a:buChar char="•"/>
        <a:defRPr sz="2000" kern="1200">
          <a:solidFill>
            <a:srgbClr val="003964"/>
          </a:solidFill>
          <a:latin typeface="+mn-lt"/>
          <a:ea typeface="+mn-ea"/>
          <a:cs typeface="+mn-cs"/>
        </a:defRPr>
      </a:lvl3pPr>
      <a:lvl4pPr marL="1600200" indent="-228600" algn="l" defTabSz="914400" rtl="0" eaLnBrk="1" latinLnBrk="0" hangingPunct="1">
        <a:lnSpc>
          <a:spcPct val="130000"/>
        </a:lnSpc>
        <a:spcBef>
          <a:spcPts val="0"/>
        </a:spcBef>
        <a:spcAft>
          <a:spcPts val="0"/>
        </a:spcAft>
        <a:buFont typeface="Arial" panose="020B0604020202020204" pitchFamily="34" charset="0"/>
        <a:buChar char="•"/>
        <a:defRPr sz="1800" kern="1200">
          <a:solidFill>
            <a:srgbClr val="003964"/>
          </a:solidFill>
          <a:latin typeface="+mn-lt"/>
          <a:ea typeface="+mn-ea"/>
          <a:cs typeface="+mn-cs"/>
        </a:defRPr>
      </a:lvl4pPr>
      <a:lvl5pPr marL="2057400" indent="-228600" algn="l" defTabSz="914400" rtl="0" eaLnBrk="1" latinLnBrk="0" hangingPunct="1">
        <a:lnSpc>
          <a:spcPct val="130000"/>
        </a:lnSpc>
        <a:spcBef>
          <a:spcPts val="0"/>
        </a:spcBef>
        <a:spcAft>
          <a:spcPts val="0"/>
        </a:spcAft>
        <a:buFont typeface="Arial" panose="020B0604020202020204" pitchFamily="34" charset="0"/>
        <a:buChar char="•"/>
        <a:defRPr sz="1800" kern="1200">
          <a:solidFill>
            <a:srgbClr val="0039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3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6" descr="Advocacy and Communications Officer, Center for Vaccine Innovation and  Access - PATH - Kampala, Uganda, Lusaka, Zambia or Dakar, Senegal">
            <a:extLst>
              <a:ext uri="{FF2B5EF4-FFF2-40B4-BE49-F238E27FC236}">
                <a16:creationId xmlns:a16="http://schemas.microsoft.com/office/drawing/2014/main" id="{6B0CC6FD-9AC9-4134-B1AB-EED11DF06D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1838382" y="360272"/>
            <a:ext cx="1025072" cy="41839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B1731059-A7E0-4D1A-90E9-8ACF74F16A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4977" y="368115"/>
            <a:ext cx="1326356" cy="395834"/>
          </a:xfrm>
          <a:prstGeom prst="rect">
            <a:avLst/>
          </a:prstGeom>
          <a:noFill/>
          <a:extLst>
            <a:ext uri="{909E8E84-426E-40DD-AFC4-6F175D3DCCD1}">
              <a14:hiddenFill xmlns:a14="http://schemas.microsoft.com/office/drawing/2010/main">
                <a:solidFill>
                  <a:srgbClr val="FFFFFF"/>
                </a:solidFill>
              </a14:hiddenFill>
            </a:ext>
          </a:extLst>
        </p:spPr>
      </p:pic>
      <p:sp>
        <p:nvSpPr>
          <p:cNvPr id="5" name="Title 3">
            <a:extLst>
              <a:ext uri="{FF2B5EF4-FFF2-40B4-BE49-F238E27FC236}">
                <a16:creationId xmlns:a16="http://schemas.microsoft.com/office/drawing/2014/main" id="{3E85DB68-B709-4971-AA6C-E6744261A8AE}"/>
              </a:ext>
            </a:extLst>
          </p:cNvPr>
          <p:cNvSpPr>
            <a:spLocks noGrp="1"/>
          </p:cNvSpPr>
          <p:nvPr>
            <p:ph type="title"/>
          </p:nvPr>
        </p:nvSpPr>
        <p:spPr>
          <a:xfrm>
            <a:off x="838200" y="2336674"/>
            <a:ext cx="10515600" cy="2184651"/>
          </a:xfrm>
        </p:spPr>
        <p:txBody>
          <a:bodyPr>
            <a:normAutofit/>
          </a:bodyPr>
          <a:lstStyle/>
          <a:p>
            <a:pPr>
              <a:spcAft>
                <a:spcPts val="5400"/>
              </a:spcAft>
            </a:pPr>
            <a:r>
              <a:rPr lang="en" sz="4400" dirty="0"/>
              <a:t>Linear regressions</a:t>
            </a:r>
            <a:br>
              <a:rPr lang="uk-UA" sz="4400" dirty="0"/>
            </a:br>
            <a:endParaRPr lang="uk-UA" sz="2200" dirty="0"/>
          </a:p>
        </p:txBody>
      </p:sp>
      <p:sp>
        <p:nvSpPr>
          <p:cNvPr id="6" name="Slide Number Placeholder 1">
            <a:extLst>
              <a:ext uri="{FF2B5EF4-FFF2-40B4-BE49-F238E27FC236}">
                <a16:creationId xmlns:a16="http://schemas.microsoft.com/office/drawing/2014/main" id="{4EBE8EC2-E526-43B5-9D77-D3A4A7FA46BA}"/>
              </a:ext>
            </a:extLst>
          </p:cNvPr>
          <p:cNvSpPr txBox="1">
            <a:spLocks/>
          </p:cNvSpPr>
          <p:nvPr/>
        </p:nvSpPr>
        <p:spPr>
          <a:xfrm>
            <a:off x="8832285" y="6356350"/>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A41F123B-2806-8B40-AA2E-3A69674172EE}" type="slidenum">
              <a:rPr lang="en-UA" sz="1600" b="1" smtClean="0"/>
              <a:pPr algn="r"/>
              <a:t>1</a:t>
            </a:fld>
            <a:endParaRPr lang="en-UA" sz="1600" b="1" dirty="0"/>
          </a:p>
        </p:txBody>
      </p:sp>
      <p:sp>
        <p:nvSpPr>
          <p:cNvPr id="7" name="Прямокутник 6">
            <a:extLst>
              <a:ext uri="{FF2B5EF4-FFF2-40B4-BE49-F238E27FC236}">
                <a16:creationId xmlns:a16="http://schemas.microsoft.com/office/drawing/2014/main" id="{2191CE1B-B38E-3160-1322-8FED287ACB5A}"/>
              </a:ext>
            </a:extLst>
          </p:cNvPr>
          <p:cNvSpPr/>
          <p:nvPr/>
        </p:nvSpPr>
        <p:spPr>
          <a:xfrm>
            <a:off x="111760" y="136524"/>
            <a:ext cx="11978639" cy="9369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pic>
        <p:nvPicPr>
          <p:cNvPr id="12" name="Picture 2" descr="KSE – Transparency International Ukraine">
            <a:extLst>
              <a:ext uri="{FF2B5EF4-FFF2-40B4-BE49-F238E27FC236}">
                <a16:creationId xmlns:a16="http://schemas.microsoft.com/office/drawing/2014/main" id="{311D67A2-1FAB-D533-D189-4167D8620F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88726" y="319796"/>
            <a:ext cx="1801673" cy="538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6484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solidFill>
                  <a:srgbClr val="003964"/>
                </a:solidFill>
              </a:rPr>
              <a:t>We are trying to find a rule that can be used to describe some data with other data.</a:t>
            </a:r>
          </a:p>
          <a:p>
            <a:endParaRPr lang="uk-UA" sz="4400" dirty="0">
              <a:solidFill>
                <a:srgbClr val="003964"/>
              </a:solidFill>
            </a:endParaRPr>
          </a:p>
          <a:p>
            <a:pPr marL="571500" indent="-571500">
              <a:buFont typeface="Arial" panose="020B0604020202020204" pitchFamily="34" charset="0"/>
              <a:buChar char="•"/>
            </a:pPr>
            <a:r>
              <a:rPr lang="en" sz="4400" dirty="0">
                <a:solidFill>
                  <a:srgbClr val="003964"/>
                </a:solidFill>
              </a:rPr>
              <a:t>Apartment price ~ area, city, district, availability of subway</a:t>
            </a:r>
          </a:p>
          <a:p>
            <a:pPr marL="571500" indent="-571500">
              <a:buFont typeface="Arial" panose="020B0604020202020204" pitchFamily="34" charset="0"/>
              <a:buChar char="•"/>
            </a:pPr>
            <a:r>
              <a:rPr lang="en" sz="4400" dirty="0">
                <a:solidFill>
                  <a:srgbClr val="003964"/>
                </a:solidFill>
              </a:rPr>
              <a:t>Disease intensity ~ BMI, cholesterol, other tests</a:t>
            </a:r>
            <a:endParaRPr lang="en-US" sz="4400" dirty="0">
              <a:solidFill>
                <a:srgbClr val="003964"/>
              </a:solidFill>
            </a:endParaRPr>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2218810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marL="571500" lvl="0" indent="-571500">
              <a:buFont typeface="Arial" panose="020B0604020202020204" pitchFamily="34" charset="0"/>
              <a:buChar char="•"/>
            </a:pPr>
            <a:r>
              <a:rPr lang="en" sz="4400" dirty="0"/>
              <a:t>Sales ~ marketing spend, </a:t>
            </a:r>
            <a:r>
              <a:rPr lang="en" sz="4400" dirty="0" err="1"/>
              <a:t>website traffic </a:t>
            </a:r>
            <a:r>
              <a:rPr lang="en" sz="4400" dirty="0"/>
              <a:t>, state of the economy (total consumption)</a:t>
            </a:r>
          </a:p>
          <a:p>
            <a:pPr marL="571500" lvl="0" indent="-571500">
              <a:buFont typeface="Arial" panose="020B0604020202020204" pitchFamily="34" charset="0"/>
              <a:buChar char="•"/>
            </a:pPr>
            <a:r>
              <a:rPr lang="en" sz="4400" dirty="0"/>
              <a:t>Average GPA ~ study time, additional classes, </a:t>
            </a:r>
            <a:r>
              <a:rPr lang="en" sz="4400" dirty="0" err="1"/>
              <a:t>socioeconomic </a:t>
            </a:r>
            <a:r>
              <a:rPr lang="en" sz="4400" dirty="0"/>
              <a:t>status</a:t>
            </a:r>
          </a:p>
          <a:p>
            <a:pPr marL="571500" lvl="0" indent="-571500">
              <a:buFont typeface="Arial" panose="020B0604020202020204" pitchFamily="34" charset="0"/>
              <a:buChar char="•"/>
            </a:pPr>
            <a:r>
              <a:rPr lang="en" sz="4400" dirty="0"/>
              <a:t>Crime ~ budget for the Ministry of Internal Affairs, demography, poverty, immigration</a:t>
            </a:r>
          </a:p>
          <a:p>
            <a:pPr marL="571500" lvl="0" indent="-571500">
              <a:buFont typeface="Arial" panose="020B0604020202020204" pitchFamily="34" charset="0"/>
              <a:buChar char="•"/>
            </a:pP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2711462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marL="571500" lvl="0" indent="-571500">
              <a:buFont typeface="Arial" panose="020B0604020202020204" pitchFamily="34" charset="0"/>
              <a:buChar char="•"/>
            </a:pPr>
            <a:r>
              <a:rPr lang="en" sz="4400" dirty="0"/>
              <a:t>Harvest ~ type of agriculture, assessment of soil quality, weather, import of fertilizers</a:t>
            </a:r>
          </a:p>
          <a:p>
            <a:pPr marL="571500" lvl="0" indent="-571500">
              <a:buFont typeface="Arial" panose="020B0604020202020204" pitchFamily="34" charset="0"/>
              <a:buChar char="•"/>
            </a:pPr>
            <a:r>
              <a:rPr lang="en" sz="4400" dirty="0" err="1"/>
              <a:t>Life </a:t>
            </a:r>
            <a:r>
              <a:rPr lang="en" sz="4400" dirty="0"/>
              <a:t>Expectancy ~ GDP, Medical Spending, Happiness Index, Hours Worked, Obesity Index</a:t>
            </a:r>
          </a:p>
          <a:p>
            <a:pPr marL="571500" lvl="0" indent="-571500">
              <a:buFont typeface="Arial" panose="020B0604020202020204" pitchFamily="34" charset="0"/>
              <a:buChar char="•"/>
            </a:pP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4</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878177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5</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026" name="Picture 2" descr="Linear regression analysis in Excel">
            <a:extLst>
              <a:ext uri="{FF2B5EF4-FFF2-40B4-BE49-F238E27FC236}">
                <a16:creationId xmlns:a16="http://schemas.microsoft.com/office/drawing/2014/main" id="{294EAFD5-6041-4DC8-9146-E49813627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206" y="2124459"/>
            <a:ext cx="4464427" cy="26090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apter 15 Linear regression | Learning statistics with R: A tutorial for  psychology students and other beginners. (Version 0.6.1)">
            <a:extLst>
              <a:ext uri="{FF2B5EF4-FFF2-40B4-BE49-F238E27FC236}">
                <a16:creationId xmlns:a16="http://schemas.microsoft.com/office/drawing/2014/main" id="{109B3C77-75ED-4CE9-B497-54C7B8CA1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3074" y="1195995"/>
            <a:ext cx="6252411" cy="4466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39997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6</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3" name="Picture 2" descr="The regression model in a 3D space. A multi-variable regression model... |  Download Scientific Diagram">
            <a:extLst>
              <a:ext uri="{FF2B5EF4-FFF2-40B4-BE49-F238E27FC236}">
                <a16:creationId xmlns:a16="http://schemas.microsoft.com/office/drawing/2014/main" id="{A65BED69-8140-4642-908C-4A5FD2E3F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7875" y="1371600"/>
            <a:ext cx="809625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677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t>We talk a lot about the line, but how is it set?</a:t>
            </a:r>
          </a:p>
          <a:p>
            <a:endParaRPr lang="en-US" sz="4400" dirty="0"/>
          </a:p>
          <a:p>
            <a:endParaRPr lang="uk-UA"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7</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8" name="Рисунок 7">
            <a:extLst>
              <a:ext uri="{FF2B5EF4-FFF2-40B4-BE49-F238E27FC236}">
                <a16:creationId xmlns:a16="http://schemas.microsoft.com/office/drawing/2014/main" id="{D57E682C-73D6-4401-8D4A-EA794EF7446A}"/>
              </a:ext>
            </a:extLst>
          </p:cNvPr>
          <p:cNvPicPr>
            <a:picLocks noChangeAspect="1"/>
          </p:cNvPicPr>
          <p:nvPr/>
        </p:nvPicPr>
        <p:blipFill>
          <a:blip r:embed="rId2"/>
          <a:stretch>
            <a:fillRect/>
          </a:stretch>
        </p:blipFill>
        <p:spPr>
          <a:xfrm>
            <a:off x="1159370" y="2101174"/>
            <a:ext cx="4176091" cy="4437738"/>
          </a:xfrm>
          <a:prstGeom prst="rect">
            <a:avLst/>
          </a:prstGeom>
        </p:spPr>
      </p:pic>
      <p:pic>
        <p:nvPicPr>
          <p:cNvPr id="11" name="Рисунок 10">
            <a:extLst>
              <a:ext uri="{FF2B5EF4-FFF2-40B4-BE49-F238E27FC236}">
                <a16:creationId xmlns:a16="http://schemas.microsoft.com/office/drawing/2014/main" id="{15BD7AC4-BA84-4E9B-A3A8-0B7DD349DAC9}"/>
              </a:ext>
            </a:extLst>
          </p:cNvPr>
          <p:cNvPicPr>
            <a:picLocks noChangeAspect="1"/>
          </p:cNvPicPr>
          <p:nvPr/>
        </p:nvPicPr>
        <p:blipFill>
          <a:blip r:embed="rId3"/>
          <a:stretch>
            <a:fillRect/>
          </a:stretch>
        </p:blipFill>
        <p:spPr>
          <a:xfrm>
            <a:off x="6856630" y="2084856"/>
            <a:ext cx="4176000" cy="4454056"/>
          </a:xfrm>
          <a:prstGeom prst="rect">
            <a:avLst/>
          </a:prstGeom>
        </p:spPr>
      </p:pic>
    </p:spTree>
    <p:extLst>
      <p:ext uri="{BB962C8B-B14F-4D97-AF65-F5344CB8AC3E}">
        <p14:creationId xmlns:p14="http://schemas.microsoft.com/office/powerpoint/2010/main" val="3008722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endParaRPr lang="en-US" sz="4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𝑎𝑥</m:t>
                      </m:r>
                      <m:r>
                        <a:rPr lang="en-US" sz="4400" b="0" i="1" smtClean="0">
                          <a:latin typeface="Cambria Math" panose="02040503050406030204" pitchFamily="18" charset="0"/>
                        </a:rPr>
                        <m:t>+</m:t>
                      </m:r>
                      <m:r>
                        <a:rPr lang="en-US" sz="4400" b="0" i="1" smtClean="0">
                          <a:latin typeface="Cambria Math" panose="02040503050406030204" pitchFamily="18" charset="0"/>
                        </a:rPr>
                        <m:t>𝑏𝑦</m:t>
                      </m:r>
                      <m:r>
                        <a:rPr lang="en-US" sz="4400" b="0" i="1" smtClean="0">
                          <a:latin typeface="Cambria Math" panose="02040503050406030204" pitchFamily="18" charset="0"/>
                        </a:rPr>
                        <m:t>+</m:t>
                      </m:r>
                      <m:r>
                        <a:rPr lang="en-US" sz="4400" b="0" i="1" smtClean="0">
                          <a:latin typeface="Cambria Math" panose="02040503050406030204" pitchFamily="18" charset="0"/>
                        </a:rPr>
                        <m:t>𝑐</m:t>
                      </m:r>
                      <m:r>
                        <a:rPr lang="en-US" sz="4400" b="0" i="1" smtClean="0">
                          <a:latin typeface="Cambria Math" panose="02040503050406030204" pitchFamily="18" charset="0"/>
                        </a:rPr>
                        <m:t>=0</m:t>
                      </m:r>
                    </m:oMath>
                  </m:oMathPara>
                </a14:m>
                <a:endParaRPr lang="en-US" sz="4400" dirty="0"/>
              </a:p>
              <a:p>
                <a:endParaRPr lang="en-US" sz="4400" dirty="0"/>
              </a:p>
              <a:p>
                <a:pPr/>
                <a14:m>
                  <m:oMathPara xmlns:m="http://schemas.openxmlformats.org/officeDocument/2006/math">
                    <m:oMathParaPr>
                      <m:jc m:val="centerGroup"/>
                    </m:oMathParaPr>
                    <m:oMath xmlns:m="http://schemas.openxmlformats.org/officeDocument/2006/math">
                      <m:f>
                        <m:fPr>
                          <m:ctrlPr>
                            <a:rPr lang="en-US" sz="4400" b="0" i="1" smtClean="0">
                              <a:latin typeface="Cambria Math" panose="02040503050406030204" pitchFamily="18" charset="0"/>
                            </a:rPr>
                          </m:ctrlPr>
                        </m:fPr>
                        <m:num>
                          <m:r>
                            <a:rPr lang="en-US" sz="4400" b="0" i="1" smtClean="0">
                              <a:latin typeface="Cambria Math" panose="02040503050406030204" pitchFamily="18" charset="0"/>
                            </a:rPr>
                            <m:t>𝑎</m:t>
                          </m:r>
                        </m:num>
                        <m:den>
                          <m:r>
                            <a:rPr lang="en-US" sz="4400" b="0" i="1" smtClean="0">
                              <a:latin typeface="Cambria Math" panose="02040503050406030204" pitchFamily="18" charset="0"/>
                            </a:rPr>
                            <m:t>𝑏</m:t>
                          </m:r>
                        </m:den>
                      </m:f>
                      <m:r>
                        <a:rPr lang="en-US" sz="4400" b="0" i="1" smtClean="0">
                          <a:latin typeface="Cambria Math" panose="02040503050406030204" pitchFamily="18" charset="0"/>
                        </a:rPr>
                        <m:t>𝑥</m:t>
                      </m:r>
                      <m:r>
                        <a:rPr lang="en-US" sz="4400" b="0" i="1" smtClean="0">
                          <a:latin typeface="Cambria Math" panose="02040503050406030204" pitchFamily="18" charset="0"/>
                        </a:rPr>
                        <m:t>+</m:t>
                      </m:r>
                      <m:r>
                        <a:rPr lang="en-US" sz="4400" b="0" i="1" smtClean="0">
                          <a:latin typeface="Cambria Math" panose="02040503050406030204" pitchFamily="18" charset="0"/>
                        </a:rPr>
                        <m:t>𝑦</m:t>
                      </m:r>
                      <m:r>
                        <a:rPr lang="en-US" sz="4400" b="0" i="1" smtClean="0">
                          <a:latin typeface="Cambria Math" panose="02040503050406030204" pitchFamily="18" charset="0"/>
                        </a:rPr>
                        <m:t>=</m:t>
                      </m:r>
                      <m:f>
                        <m:fPr>
                          <m:ctrlPr>
                            <a:rPr lang="en-US" sz="4400" b="0" i="1" smtClean="0">
                              <a:latin typeface="Cambria Math" panose="02040503050406030204" pitchFamily="18" charset="0"/>
                            </a:rPr>
                          </m:ctrlPr>
                        </m:fPr>
                        <m:num>
                          <m:r>
                            <a:rPr lang="en-US" sz="4400" b="0" i="1" smtClean="0">
                              <a:latin typeface="Cambria Math" panose="02040503050406030204" pitchFamily="18" charset="0"/>
                            </a:rPr>
                            <m:t>−</m:t>
                          </m:r>
                          <m:r>
                            <a:rPr lang="en-US" sz="4400" b="0" i="1" smtClean="0">
                              <a:latin typeface="Cambria Math" panose="02040503050406030204" pitchFamily="18" charset="0"/>
                            </a:rPr>
                            <m:t>𝑐</m:t>
                          </m:r>
                        </m:num>
                        <m:den>
                          <m:r>
                            <a:rPr lang="en-US" sz="4400" b="0" i="1" smtClean="0">
                              <a:latin typeface="Cambria Math" panose="02040503050406030204" pitchFamily="18" charset="0"/>
                            </a:rPr>
                            <m:t>𝑏</m:t>
                          </m:r>
                        </m:den>
                      </m:f>
                    </m:oMath>
                  </m:oMathPara>
                </a14:m>
                <a:endParaRPr lang="en-US" sz="4400" b="0" dirty="0"/>
              </a:p>
              <a:p>
                <a:endParaRPr lang="en-US" sz="4400" b="0" dirty="0"/>
              </a:p>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𝑦</m:t>
                      </m:r>
                      <m:r>
                        <a:rPr lang="en-US" sz="4400" b="0" i="1" smtClean="0">
                          <a:latin typeface="Cambria Math" panose="02040503050406030204" pitchFamily="18" charset="0"/>
                        </a:rPr>
                        <m:t>=</m:t>
                      </m:r>
                      <m:r>
                        <a:rPr lang="en-US" sz="4400" b="0" i="1" smtClean="0">
                          <a:latin typeface="Cambria Math" panose="02040503050406030204" pitchFamily="18" charset="0"/>
                        </a:rPr>
                        <m:t>𝑘𝑥</m:t>
                      </m:r>
                      <m:r>
                        <a:rPr lang="en-US" sz="4400" b="0" i="1" smtClean="0">
                          <a:latin typeface="Cambria Math" panose="02040503050406030204" pitchFamily="18" charset="0"/>
                        </a:rPr>
                        <m:t>+</m:t>
                      </m:r>
                      <m:r>
                        <a:rPr lang="en-US" sz="4400" b="0" i="1" smtClean="0">
                          <a:latin typeface="Cambria Math" panose="02040503050406030204" pitchFamily="18" charset="0"/>
                        </a:rPr>
                        <m:t>𝑏</m:t>
                      </m:r>
                    </m:oMath>
                  </m:oMathPara>
                </a14:m>
                <a:endParaRPr lang="en-US" sz="4400" dirty="0"/>
              </a:p>
            </p:txBody>
          </p:sp>
        </mc:Choice>
        <mc:Fallback xmlns="">
          <p:sp>
            <p:nvSpPr>
              <p:cNvPr id="7" name="TextBox 6">
                <a:extLst>
                  <a:ext uri="{FF2B5EF4-FFF2-40B4-BE49-F238E27FC236}">
                    <a16:creationId xmlns:a16="http://schemas.microsoft.com/office/drawing/2014/main" id="{D9A85860-FDCE-456E-A2E1-EEE6B06F2861}"/>
                  </a:ext>
                </a:extLst>
              </p:cNvPr>
              <p:cNvSpPr txBox="1">
                <a:spLocks noRot="1" noChangeAspect="1" noMove="1" noResize="1" noEditPoints="1" noAdjustHandles="1" noChangeArrowheads="1" noChangeShapeType="1" noTextEdit="1"/>
              </p:cNvSpPr>
              <p:nvPr/>
            </p:nvSpPr>
            <p:spPr>
              <a:xfrm>
                <a:off x="509851" y="637610"/>
                <a:ext cx="11172298" cy="5582779"/>
              </a:xfrm>
              <a:prstGeom prst="rect">
                <a:avLst/>
              </a:prstGeom>
              <a:blipFill>
                <a:blip r:embed="rId2"/>
                <a:stretch>
                  <a:fillRect/>
                </a:stretch>
              </a:blipFill>
            </p:spPr>
            <p:txBody>
              <a:bodyPr/>
              <a:lstStyle/>
              <a:p>
                <a:r xmlns:a="http://schemas.openxmlformats.org/drawingml/2006/main">
                  <a:rPr lang="en">
                    <a:noFill/>
                  </a:rPr>
                  <a:t> </a:t>
                </a:r>
              </a:p>
            </p:txBody>
          </p:sp>
        </mc:Fallback>
      </mc:AlternateContent>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8</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3229414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9</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3074" name="Picture 2" descr="Equation Of A Line (video lessons, examples, solutions)">
            <a:extLst>
              <a:ext uri="{FF2B5EF4-FFF2-40B4-BE49-F238E27FC236}">
                <a16:creationId xmlns:a16="http://schemas.microsoft.com/office/drawing/2014/main" id="{8836DC90-A8E7-4359-8953-C2BC10062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9133" y="637610"/>
            <a:ext cx="5193734" cy="6099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08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10</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20" name="Picture 2">
            <a:extLst>
              <a:ext uri="{FF2B5EF4-FFF2-40B4-BE49-F238E27FC236}">
                <a16:creationId xmlns:a16="http://schemas.microsoft.com/office/drawing/2014/main" id="{78FFB3AF-E248-4D02-B8BD-AAA253E553FC}"/>
              </a:ext>
            </a:extLst>
          </p:cNvPr>
          <p:cNvPicPr>
            <a:picLocks noChangeAspect="1"/>
          </p:cNvPicPr>
          <p:nvPr/>
        </p:nvPicPr>
        <p:blipFill>
          <a:blip r:embed="rId2"/>
          <a:stretch>
            <a:fillRect/>
          </a:stretch>
        </p:blipFill>
        <p:spPr>
          <a:xfrm>
            <a:off x="509851" y="2288108"/>
            <a:ext cx="3299421" cy="3292475"/>
          </a:xfrm>
          <a:prstGeom prst="rect">
            <a:avLst/>
          </a:prstGeom>
        </p:spPr>
      </p:pic>
      <p:pic>
        <p:nvPicPr>
          <p:cNvPr id="21" name="Picture 3">
            <a:extLst>
              <a:ext uri="{FF2B5EF4-FFF2-40B4-BE49-F238E27FC236}">
                <a16:creationId xmlns:a16="http://schemas.microsoft.com/office/drawing/2014/main" id="{12923EA6-D0FB-4EA9-961D-9BC5FF971ECC}"/>
              </a:ext>
            </a:extLst>
          </p:cNvPr>
          <p:cNvPicPr>
            <a:picLocks noChangeAspect="1"/>
          </p:cNvPicPr>
          <p:nvPr/>
        </p:nvPicPr>
        <p:blipFill>
          <a:blip r:embed="rId3"/>
          <a:stretch>
            <a:fillRect/>
          </a:stretch>
        </p:blipFill>
        <p:spPr>
          <a:xfrm>
            <a:off x="7919050" y="2309666"/>
            <a:ext cx="3299422" cy="3270917"/>
          </a:xfrm>
          <a:prstGeom prst="rect">
            <a:avLst/>
          </a:prstGeom>
        </p:spPr>
      </p:pic>
      <p:pic>
        <p:nvPicPr>
          <p:cNvPr id="22" name="Picture 4">
            <a:extLst>
              <a:ext uri="{FF2B5EF4-FFF2-40B4-BE49-F238E27FC236}">
                <a16:creationId xmlns:a16="http://schemas.microsoft.com/office/drawing/2014/main" id="{E45931F4-FA3C-497A-93C3-797B4BEC5CCA}"/>
              </a:ext>
            </a:extLst>
          </p:cNvPr>
          <p:cNvPicPr>
            <a:picLocks noChangeAspect="1"/>
          </p:cNvPicPr>
          <p:nvPr/>
        </p:nvPicPr>
        <p:blipFill>
          <a:blip r:embed="rId4"/>
          <a:stretch>
            <a:fillRect/>
          </a:stretch>
        </p:blipFill>
        <p:spPr>
          <a:xfrm>
            <a:off x="4256680" y="2334156"/>
            <a:ext cx="3214962" cy="3221936"/>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2E36905-E3C5-4233-9A75-98CD710AFC2A}"/>
                  </a:ext>
                </a:extLst>
              </p:cNvPr>
              <p:cNvSpPr txBox="1">
                <a:spLocks/>
              </p:cNvSpPr>
              <p:nvPr/>
            </p:nvSpPr>
            <p:spPr>
              <a:xfrm>
                <a:off x="509851" y="1717897"/>
                <a:ext cx="3299421" cy="512675"/>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=1</m:t>
                      </m:r>
                      <m:r>
                        <a:rPr lang="en-US" sz="2400" b="0" i="1" smtClean="0">
                          <a:latin typeface="Cambria Math" panose="02040503050406030204" pitchFamily="18" charset="0"/>
                        </a:rPr>
                        <m:t>𝑥</m:t>
                      </m:r>
                      <m:r>
                        <a:rPr lang="en-US" sz="2400" b="0" i="1" smtClean="0">
                          <a:latin typeface="Cambria Math" panose="02040503050406030204" pitchFamily="18" charset="0"/>
                        </a:rPr>
                        <m:t>+0</m:t>
                      </m:r>
                    </m:oMath>
                  </m:oMathPara>
                </a14:m>
                <a:endParaRPr lang="uk-UA" sz="2400" dirty="0"/>
              </a:p>
            </p:txBody>
          </p:sp>
        </mc:Choice>
        <mc:Fallback xmlns="">
          <p:sp>
            <p:nvSpPr>
              <p:cNvPr id="23" name="TextBox 22">
                <a:extLst>
                  <a:ext uri="{FF2B5EF4-FFF2-40B4-BE49-F238E27FC236}">
                    <a16:creationId xmlns:a16="http://schemas.microsoft.com/office/drawing/2014/main" id="{22E36905-E3C5-4233-9A75-98CD710AFC2A}"/>
                  </a:ext>
                </a:extLst>
              </p:cNvPr>
              <p:cNvSpPr txBox="1">
                <a:spLocks noRot="1" noChangeAspect="1" noMove="1" noResize="1" noEditPoints="1" noAdjustHandles="1" noChangeArrowheads="1" noChangeShapeType="1" noTextEdit="1"/>
              </p:cNvSpPr>
              <p:nvPr/>
            </p:nvSpPr>
            <p:spPr>
              <a:xfrm>
                <a:off x="509851" y="1717897"/>
                <a:ext cx="3299421" cy="512675"/>
              </a:xfrm>
              <a:prstGeom prst="rect">
                <a:avLst/>
              </a:prstGeom>
              <a:blipFill>
                <a:blip r:embed="rId5"/>
                <a:stretch>
                  <a:fillRect b="-1190"/>
                </a:stretch>
              </a:blipFill>
            </p:spPr>
            <p:txBody>
              <a:bodyPr/>
              <a:lstStyle/>
              <a:p>
                <a:r xmlns:a="http://schemas.openxmlformats.org/drawingml/2006/main">
                  <a:rPr lang="e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6040BEA-0393-48E8-BB12-FD73E34DB158}"/>
                  </a:ext>
                </a:extLst>
              </p:cNvPr>
              <p:cNvSpPr txBox="1">
                <a:spLocks/>
              </p:cNvSpPr>
              <p:nvPr/>
            </p:nvSpPr>
            <p:spPr>
              <a:xfrm>
                <a:off x="4214450" y="1717897"/>
                <a:ext cx="3299421" cy="512675"/>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=−0.5</m:t>
                      </m:r>
                      <m:r>
                        <a:rPr lang="en-US" sz="2400" b="0" i="1" smtClean="0">
                          <a:latin typeface="Cambria Math" panose="02040503050406030204" pitchFamily="18" charset="0"/>
                        </a:rPr>
                        <m:t>𝑥</m:t>
                      </m:r>
                      <m:r>
                        <a:rPr lang="en-US" sz="2400" b="0" i="1" smtClean="0">
                          <a:latin typeface="Cambria Math" panose="02040503050406030204" pitchFamily="18" charset="0"/>
                        </a:rPr>
                        <m:t>+0</m:t>
                      </m:r>
                    </m:oMath>
                  </m:oMathPara>
                </a14:m>
                <a:endParaRPr lang="uk-UA" sz="2400" dirty="0"/>
              </a:p>
            </p:txBody>
          </p:sp>
        </mc:Choice>
        <mc:Fallback xmlns="">
          <p:sp>
            <p:nvSpPr>
              <p:cNvPr id="24" name="TextBox 23">
                <a:extLst>
                  <a:ext uri="{FF2B5EF4-FFF2-40B4-BE49-F238E27FC236}">
                    <a16:creationId xmlns:a16="http://schemas.microsoft.com/office/drawing/2014/main" id="{86040BEA-0393-48E8-BB12-FD73E34DB158}"/>
                  </a:ext>
                </a:extLst>
              </p:cNvPr>
              <p:cNvSpPr txBox="1">
                <a:spLocks noRot="1" noChangeAspect="1" noMove="1" noResize="1" noEditPoints="1" noAdjustHandles="1" noChangeArrowheads="1" noChangeShapeType="1" noTextEdit="1"/>
              </p:cNvSpPr>
              <p:nvPr/>
            </p:nvSpPr>
            <p:spPr>
              <a:xfrm>
                <a:off x="4214450" y="1717897"/>
                <a:ext cx="3299421" cy="512675"/>
              </a:xfrm>
              <a:prstGeom prst="rect">
                <a:avLst/>
              </a:prstGeom>
              <a:blipFill>
                <a:blip r:embed="rId6"/>
                <a:stretch>
                  <a:fillRect b="-1190"/>
                </a:stretch>
              </a:blipFill>
            </p:spPr>
            <p:txBody>
              <a:bodyPr/>
              <a:lstStyle/>
              <a:p>
                <a:r xmlns:a="http://schemas.openxmlformats.org/drawingml/2006/main">
                  <a:rPr lang="e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E81D309-67FA-4EE3-9F31-E5C449A1EA3B}"/>
                  </a:ext>
                </a:extLst>
              </p:cNvPr>
              <p:cNvSpPr txBox="1">
                <a:spLocks/>
              </p:cNvSpPr>
              <p:nvPr/>
            </p:nvSpPr>
            <p:spPr>
              <a:xfrm>
                <a:off x="7919049" y="1705171"/>
                <a:ext cx="3299421" cy="512675"/>
              </a:xfrm>
              <a:prstGeom prst="rect">
                <a:avLst/>
              </a:prstGeom>
              <a:noFill/>
            </p:spPr>
            <p:txBody>
              <a:bodyPr wrap="square" rtlCol="0">
                <a:no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=3</m:t>
                      </m:r>
                      <m:r>
                        <a:rPr lang="en-US" sz="2400" b="0" i="1" smtClean="0">
                          <a:latin typeface="Cambria Math" panose="02040503050406030204" pitchFamily="18" charset="0"/>
                        </a:rPr>
                        <m:t>𝑥</m:t>
                      </m:r>
                      <m:r>
                        <a:rPr lang="en-US" sz="2400" b="0" i="1" smtClean="0">
                          <a:latin typeface="Cambria Math" panose="02040503050406030204" pitchFamily="18" charset="0"/>
                        </a:rPr>
                        <m:t>+2</m:t>
                      </m:r>
                    </m:oMath>
                  </m:oMathPara>
                </a14:m>
                <a:endParaRPr lang="uk-UA" sz="2400" dirty="0"/>
              </a:p>
            </p:txBody>
          </p:sp>
        </mc:Choice>
        <mc:Fallback xmlns="">
          <p:sp>
            <p:nvSpPr>
              <p:cNvPr id="25" name="TextBox 24">
                <a:extLst>
                  <a:ext uri="{FF2B5EF4-FFF2-40B4-BE49-F238E27FC236}">
                    <a16:creationId xmlns:a16="http://schemas.microsoft.com/office/drawing/2014/main" id="{BE81D309-67FA-4EE3-9F31-E5C449A1EA3B}"/>
                  </a:ext>
                </a:extLst>
              </p:cNvPr>
              <p:cNvSpPr txBox="1">
                <a:spLocks noRot="1" noChangeAspect="1" noMove="1" noResize="1" noEditPoints="1" noAdjustHandles="1" noChangeArrowheads="1" noChangeShapeType="1" noTextEdit="1"/>
              </p:cNvSpPr>
              <p:nvPr/>
            </p:nvSpPr>
            <p:spPr>
              <a:xfrm>
                <a:off x="7919049" y="1705171"/>
                <a:ext cx="3299421" cy="512675"/>
              </a:xfrm>
              <a:prstGeom prst="rect">
                <a:avLst/>
              </a:prstGeom>
              <a:blipFill>
                <a:blip r:embed="rId7"/>
                <a:stretch>
                  <a:fillRect b="-1190"/>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286626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fade">
                                      <p:cBhvr>
                                        <p:cTn id="12" dur="500"/>
                                        <p:tgtEl>
                                          <p:spTgt spid="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xEl>
                                              <p:pRg st="0" end="0"/>
                                            </p:txEl>
                                          </p:spTgt>
                                        </p:tgtEl>
                                        <p:attrNameLst>
                                          <p:attrName>style.visibility</p:attrName>
                                        </p:attrNameLst>
                                      </p:cBhvr>
                                      <p:to>
                                        <p:strVal val="visible"/>
                                      </p:to>
                                    </p:set>
                                    <p:animEffect transition="in" filter="fade">
                                      <p:cBhvr>
                                        <p:cTn id="1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11</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
        <p:nvSpPr>
          <p:cNvPr id="11" name="TextBox 10">
            <a:extLst>
              <a:ext uri="{FF2B5EF4-FFF2-40B4-BE49-F238E27FC236}">
                <a16:creationId xmlns:a16="http://schemas.microsoft.com/office/drawing/2014/main" id="{E2F406CA-DE31-46D4-9921-2C19809D68CF}"/>
              </a:ext>
            </a:extLst>
          </p:cNvPr>
          <p:cNvSpPr txBox="1">
            <a:spLocks/>
          </p:cNvSpPr>
          <p:nvPr/>
        </p:nvSpPr>
        <p:spPr>
          <a:xfrm>
            <a:off x="509851" y="637610"/>
            <a:ext cx="5581371" cy="5582779"/>
          </a:xfrm>
          <a:prstGeom prst="rect">
            <a:avLst/>
          </a:prstGeom>
          <a:noFill/>
        </p:spPr>
        <p:txBody>
          <a:bodyPr wrap="square" rtlCol="0">
            <a:noAutofit/>
          </a:bodyPr>
          <a:lstStyle/>
          <a:p>
            <a:r>
              <a:rPr lang="en" sz="2400" dirty="0"/>
              <a:t>One of the simplest models, nevertheless very effective.</a:t>
            </a:r>
          </a:p>
          <a:p>
            <a:endParaRPr lang="uk-UA" sz="2400" dirty="0"/>
          </a:p>
          <a:p>
            <a:r>
              <a:rPr lang="en" sz="2400" dirty="0"/>
              <a:t>Explains the interaction between two (or more) variables as a line indicating the dependence of one variable on another.</a:t>
            </a:r>
          </a:p>
          <a:p>
            <a:endParaRPr lang="uk-UA" sz="2400" dirty="0"/>
          </a:p>
          <a:p>
            <a:r>
              <a:rPr lang="en" sz="2400" dirty="0"/>
              <a:t>Each point has a value on the X-axis and a Y-axis. A line is a simple rule that roughly explains the value for each point.</a:t>
            </a:r>
          </a:p>
          <a:p>
            <a:endParaRPr lang="uk-UA" sz="2400" dirty="0"/>
          </a:p>
          <a:p>
            <a:r>
              <a:rPr lang="en" sz="2400" dirty="0"/>
              <a:t>The line is not always perfect, but there are already more complex models for this.</a:t>
            </a:r>
          </a:p>
          <a:p>
            <a:endParaRPr lang="uk-UA" sz="2400" dirty="0"/>
          </a:p>
          <a:p>
            <a:r>
              <a:rPr lang="en" sz="2400" dirty="0"/>
              <a:t> </a:t>
            </a:r>
          </a:p>
        </p:txBody>
      </p:sp>
      <p:pic>
        <p:nvPicPr>
          <p:cNvPr id="12" name="Picture 2" descr="Regression analysis - Wikipedia">
            <a:extLst>
              <a:ext uri="{FF2B5EF4-FFF2-40B4-BE49-F238E27FC236}">
                <a16:creationId xmlns:a16="http://schemas.microsoft.com/office/drawing/2014/main" id="{FA414A1C-BD99-4DB7-8F5B-22DD0F081B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0780" y="1135439"/>
            <a:ext cx="5581371" cy="4587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6133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fade">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fade">
                                      <p:cBhvr>
                                        <p:cTn id="17" dur="500"/>
                                        <p:tgtEl>
                                          <p:spTgt spid="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fade">
                                      <p:cBhvr>
                                        <p:cTn id="22" dur="500"/>
                                        <p:tgtEl>
                                          <p:spTgt spid="1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xEl>
                                              <p:pRg st="8" end="8"/>
                                            </p:txEl>
                                          </p:spTgt>
                                        </p:tgtEl>
                                        <p:attrNameLst>
                                          <p:attrName>style.visibility</p:attrName>
                                        </p:attrNameLst>
                                      </p:cBhvr>
                                      <p:to>
                                        <p:strVal val="visible"/>
                                      </p:to>
                                    </p:set>
                                    <p:animEffect transition="in" filter="fade">
                                      <p:cBhvr>
                                        <p:cTn id="27" dur="500"/>
                                        <p:tgtEl>
                                          <p:spTgt spid="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12</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C33C579-5D82-4DDF-813E-D860E5B01788}"/>
                  </a:ext>
                </a:extLst>
              </p:cNvPr>
              <p:cNvSpPr txBox="1">
                <a:spLocks/>
              </p:cNvSpPr>
              <p:nvPr/>
            </p:nvSpPr>
            <p:spPr>
              <a:xfrm>
                <a:off x="662251" y="790010"/>
                <a:ext cx="11172298" cy="5582779"/>
              </a:xfrm>
              <a:prstGeom prst="rect">
                <a:avLst/>
              </a:prstGeom>
              <a:noFill/>
            </p:spPr>
            <p:txBody>
              <a:bodyPr wrap="square" rtlCol="0">
                <a:noAutofit/>
              </a:bodyPr>
              <a:lstStyle/>
              <a:p>
                <a:r>
                  <a:rPr lang="en" sz="2400" dirty="0"/>
                  <a:t>The regression equation is almost the same as in the straight line, only the notation and "error" are different:</a:t>
                </a:r>
              </a:p>
              <a:p>
                <a:endParaRPr lang="uk-UA" sz="2400" dirty="0"/>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𝑥</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ε</m:t>
                      </m:r>
                    </m:oMath>
                  </m:oMathPara>
                </a14:m>
                <a:endParaRPr lang="uk-UA" sz="2400" b="0" dirty="0"/>
              </a:p>
              <a:p>
                <a:endParaRPr lang="en-US" sz="2400" b="0" dirty="0"/>
              </a:p>
              <a:p>
                <a14:m>
                  <m:oMath xmlns:m="http://schemas.openxmlformats.org/officeDocument/2006/math">
                    <m:r>
                      <a:rPr lang="en-US" sz="2400" i="1">
                        <a:latin typeface="Cambria Math" panose="02040503050406030204" pitchFamily="18" charset="0"/>
                      </a:rPr>
                      <m:t>𝑦</m:t>
                    </m:r>
                  </m:oMath>
                </a14:m>
                <a:r>
                  <a:rPr lang="en" sz="2400" dirty="0"/>
                  <a:t>– dependent variable; </a:t>
                </a:r>
                <a14:m>
                  <m:oMath xmlns:m="http://schemas.openxmlformats.org/officeDocument/2006/math">
                    <m:r>
                      <a:rPr lang="en-US" sz="2400" i="1">
                        <a:latin typeface="Cambria Math" panose="02040503050406030204" pitchFamily="18" charset="0"/>
                      </a:rPr>
                      <m:t>𝑥</m:t>
                    </m:r>
                  </m:oMath>
                </a14:m>
                <a:r>
                  <a:rPr lang="en" sz="2400" dirty="0"/>
                  <a:t>– independent (explanatory) variable;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b="0" i="1" smtClean="0">
                            <a:latin typeface="Cambria Math" panose="02040503050406030204" pitchFamily="18" charset="0"/>
                          </a:rPr>
                          <m:t>𝑖</m:t>
                        </m:r>
                      </m:sub>
                    </m:sSub>
                  </m:oMath>
                </a14:m>
                <a:r>
                  <a:rPr lang="en" sz="2400" dirty="0"/>
                  <a:t>- regression coefficients that we find (optimize); </a:t>
                </a:r>
                <a14:m>
                  <m:oMath xmlns:m="http://schemas.openxmlformats.org/officeDocument/2006/math">
                    <m:r>
                      <m:rPr>
                        <m:sty m:val="p"/>
                      </m:rPr>
                      <a:rPr lang="en-US" sz="2400" i="1">
                        <a:latin typeface="Cambria Math" panose="02040503050406030204" pitchFamily="18" charset="0"/>
                      </a:rPr>
                      <m:t>ε</m:t>
                    </m:r>
                  </m:oMath>
                </a14:m>
                <a:r>
                  <a:rPr lang="en" sz="2400" dirty="0"/>
                  <a:t>- error, that is, the value by which the model is wrong for each observation (because the model is imperfect).</a:t>
                </a:r>
              </a:p>
              <a:p>
                <a:endParaRPr lang="uk-UA" sz="2400" dirty="0"/>
              </a:p>
              <a:p>
                <a:r>
                  <a:rPr lang="en" sz="2400" dirty="0"/>
                  <a:t>The task of optimization is to make the error as small as possible. It is also important that the error be "random", meaning that it has an average of zero and a normal distribution. If this is not the case, the model is not very good and you need to look for another one.</a:t>
                </a:r>
              </a:p>
            </p:txBody>
          </p:sp>
        </mc:Choice>
        <mc:Fallback xmlns="">
          <p:sp>
            <p:nvSpPr>
              <p:cNvPr id="9" name="TextBox 8">
                <a:extLst>
                  <a:ext uri="{FF2B5EF4-FFF2-40B4-BE49-F238E27FC236}">
                    <a16:creationId xmlns:a16="http://schemas.microsoft.com/office/drawing/2014/main" id="{BC33C579-5D82-4DDF-813E-D860E5B01788}"/>
                  </a:ext>
                </a:extLst>
              </p:cNvPr>
              <p:cNvSpPr txBox="1">
                <a:spLocks noRot="1" noChangeAspect="1" noMove="1" noResize="1" noEditPoints="1" noAdjustHandles="1" noChangeArrowheads="1" noChangeShapeType="1" noTextEdit="1"/>
              </p:cNvSpPr>
              <p:nvPr/>
            </p:nvSpPr>
            <p:spPr>
              <a:xfrm>
                <a:off x="662251" y="790010"/>
                <a:ext cx="11172298" cy="5582779"/>
              </a:xfrm>
              <a:prstGeom prst="rect">
                <a:avLst/>
              </a:prstGeom>
              <a:blipFill>
                <a:blip r:embed="rId2"/>
                <a:stretch>
                  <a:fillRect l="-873" t="-765"/>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2586464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animEffect transition="in" filter="fade">
                                      <p:cBhvr>
                                        <p:cTn id="17" dur="500"/>
                                        <p:tgtEl>
                                          <p:spTgt spid="9">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6" end="6"/>
                                            </p:txEl>
                                          </p:spTgt>
                                        </p:tgtEl>
                                        <p:attrNameLst>
                                          <p:attrName>style.visibility</p:attrName>
                                        </p:attrNameLst>
                                      </p:cBhvr>
                                      <p:to>
                                        <p:strVal val="visible"/>
                                      </p:to>
                                    </p:set>
                                    <p:animEffect transition="in" filter="fade">
                                      <p:cBhvr>
                                        <p:cTn id="22"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13</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4098" name="Picture 2" descr="Linear Regression Python Examples - Analytics Yogi">
            <a:extLst>
              <a:ext uri="{FF2B5EF4-FFF2-40B4-BE49-F238E27FC236}">
                <a16:creationId xmlns:a16="http://schemas.microsoft.com/office/drawing/2014/main" id="{85E3307C-4ECC-459B-82E1-136DDDE9B2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1613" y="1179224"/>
            <a:ext cx="6324403" cy="449954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xplain linear regression with manual calculation | by WY Fok | Towards  Data Science">
            <a:extLst>
              <a:ext uri="{FF2B5EF4-FFF2-40B4-BE49-F238E27FC236}">
                <a16:creationId xmlns:a16="http://schemas.microsoft.com/office/drawing/2014/main" id="{850E0857-242C-430A-A98F-308C5B033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870" y="1182973"/>
            <a:ext cx="3895725"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03130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14</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3" name="Рисунок 12">
            <a:extLst>
              <a:ext uri="{FF2B5EF4-FFF2-40B4-BE49-F238E27FC236}">
                <a16:creationId xmlns:a16="http://schemas.microsoft.com/office/drawing/2014/main" id="{F9BD0192-3E76-489A-846E-3324EF90FA06}"/>
              </a:ext>
            </a:extLst>
          </p:cNvPr>
          <p:cNvPicPr>
            <a:picLocks noChangeAspect="1"/>
          </p:cNvPicPr>
          <p:nvPr/>
        </p:nvPicPr>
        <p:blipFill>
          <a:blip r:embed="rId2"/>
          <a:stretch>
            <a:fillRect/>
          </a:stretch>
        </p:blipFill>
        <p:spPr>
          <a:xfrm>
            <a:off x="2244527" y="1333392"/>
            <a:ext cx="7702946" cy="4191215"/>
          </a:xfrm>
          <a:prstGeom prst="rect">
            <a:avLst/>
          </a:prstGeom>
        </p:spPr>
      </p:pic>
      <p:sp>
        <p:nvSpPr>
          <p:cNvPr id="14" name="Овал 13">
            <a:extLst>
              <a:ext uri="{FF2B5EF4-FFF2-40B4-BE49-F238E27FC236}">
                <a16:creationId xmlns:a16="http://schemas.microsoft.com/office/drawing/2014/main" id="{5789A6AB-4855-40CE-A576-F85A1D229D77}"/>
              </a:ext>
            </a:extLst>
          </p:cNvPr>
          <p:cNvSpPr/>
          <p:nvPr/>
        </p:nvSpPr>
        <p:spPr>
          <a:xfrm>
            <a:off x="1959003" y="843063"/>
            <a:ext cx="7328171"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6" name="Овал 15">
            <a:extLst>
              <a:ext uri="{FF2B5EF4-FFF2-40B4-BE49-F238E27FC236}">
                <a16:creationId xmlns:a16="http://schemas.microsoft.com/office/drawing/2014/main" id="{1322EF2C-1FFB-4A59-A6A8-8F762D3D7ED0}"/>
              </a:ext>
            </a:extLst>
          </p:cNvPr>
          <p:cNvSpPr/>
          <p:nvPr/>
        </p:nvSpPr>
        <p:spPr>
          <a:xfrm>
            <a:off x="2133600" y="2954468"/>
            <a:ext cx="3132306"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1076240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endParaRPr lang="en-US" sz="4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𝑦</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0</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1</m:t>
                          </m:r>
                        </m:sub>
                      </m:sSub>
                      <m:r>
                        <a:rPr lang="en-US" sz="4400" b="0" i="1" smtClean="0">
                          <a:latin typeface="Cambria Math" panose="02040503050406030204" pitchFamily="18" charset="0"/>
                        </a:rPr>
                        <m:t>𝑥</m:t>
                      </m:r>
                      <m:r>
                        <a:rPr lang="en-US" sz="4400" b="0" i="1" smtClean="0">
                          <a:latin typeface="Cambria Math" panose="02040503050406030204" pitchFamily="18" charset="0"/>
                        </a:rPr>
                        <m:t>+</m:t>
                      </m:r>
                      <m:r>
                        <m:rPr>
                          <m:sty m:val="p"/>
                        </m:rPr>
                        <a:rPr lang="en-US" sz="4400" b="0" i="1" smtClean="0">
                          <a:latin typeface="Cambria Math" panose="02040503050406030204" pitchFamily="18" charset="0"/>
                        </a:rPr>
                        <m:t>ε</m:t>
                      </m:r>
                    </m:oMath>
                  </m:oMathPara>
                </a14:m>
                <a:endParaRPr lang="en-US" sz="4400" b="0" dirty="0"/>
              </a:p>
              <a:p>
                <a:endParaRPr lang="en-US" sz="4400" b="0" dirty="0"/>
              </a:p>
              <a:p>
                <a:endParaRPr lang="en-US" sz="4400" dirty="0"/>
              </a:p>
              <a:p>
                <a:endParaRPr lang="en-US" sz="4400" b="0" dirty="0"/>
              </a:p>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𝑙𝑖𝑓𝑒𝑒𝑥𝑝</m:t>
                      </m:r>
                      <m:r>
                        <a:rPr lang="en-US" sz="4400" b="0" i="1" smtClean="0">
                          <a:latin typeface="Cambria Math" panose="02040503050406030204" pitchFamily="18" charset="0"/>
                        </a:rPr>
                        <m:t>=−9.1009+</m:t>
                      </m:r>
                    </m:oMath>
                  </m:oMathPara>
                </a14:m>
                <a:endParaRPr lang="en-US" sz="4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8.4051∗</m:t>
                      </m:r>
                      <m:r>
                        <m:rPr>
                          <m:sty m:val="p"/>
                        </m:rPr>
                        <a:rPr lang="en-US" sz="4400" b="0" i="0" smtClean="0">
                          <a:latin typeface="Cambria Math" panose="02040503050406030204" pitchFamily="18" charset="0"/>
                        </a:rPr>
                        <m:t>log</m:t>
                      </m:r>
                      <m:r>
                        <a:rPr lang="en-US" sz="4400" b="0" i="1" smtClean="0">
                          <a:latin typeface="Cambria Math" panose="02040503050406030204" pitchFamily="18" charset="0"/>
                        </a:rPr>
                        <m:t>⁡(</m:t>
                      </m:r>
                      <m:r>
                        <a:rPr lang="en-US" sz="4400" b="0" i="1" smtClean="0">
                          <a:latin typeface="Cambria Math" panose="02040503050406030204" pitchFamily="18" charset="0"/>
                        </a:rPr>
                        <m:t>𝐺𝐷</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𝑃</m:t>
                          </m:r>
                        </m:e>
                        <m:sub>
                          <m:r>
                            <a:rPr lang="en-US" sz="4400" b="0" i="1" smtClean="0">
                              <a:latin typeface="Cambria Math" panose="02040503050406030204" pitchFamily="18" charset="0"/>
                            </a:rPr>
                            <m:t>𝑝𝑒𝑟𝑐𝑎𝑝</m:t>
                          </m:r>
                        </m:sub>
                      </m:sSub>
                      <m:r>
                        <a:rPr lang="en-US" sz="4400" b="0" i="1" smtClean="0">
                          <a:latin typeface="Cambria Math" panose="02040503050406030204" pitchFamily="18" charset="0"/>
                        </a:rPr>
                        <m:t>)+</m:t>
                      </m:r>
                      <m:r>
                        <m:rPr>
                          <m:sty m:val="p"/>
                        </m:rPr>
                        <a:rPr lang="en-US" sz="4400" b="0" i="1" smtClean="0">
                          <a:latin typeface="Cambria Math" panose="02040503050406030204" pitchFamily="18" charset="0"/>
                        </a:rPr>
                        <m:t>ε</m:t>
                      </m:r>
                    </m:oMath>
                  </m:oMathPara>
                </a14:m>
                <a:endParaRPr lang="en-US" sz="4400" b="0" dirty="0"/>
              </a:p>
              <a:p>
                <a:endParaRPr lang="uk-UA" sz="4400" b="0" dirty="0"/>
              </a:p>
            </p:txBody>
          </p:sp>
        </mc:Choice>
        <mc:Fallback xmlns="">
          <p:sp>
            <p:nvSpPr>
              <p:cNvPr id="7" name="TextBox 6">
                <a:extLst>
                  <a:ext uri="{FF2B5EF4-FFF2-40B4-BE49-F238E27FC236}">
                    <a16:creationId xmlns:a16="http://schemas.microsoft.com/office/drawing/2014/main" id="{D9A85860-FDCE-456E-A2E1-EEE6B06F2861}"/>
                  </a:ext>
                </a:extLst>
              </p:cNvPr>
              <p:cNvSpPr txBox="1">
                <a:spLocks noRot="1" noChangeAspect="1" noMove="1" noResize="1" noEditPoints="1" noAdjustHandles="1" noChangeArrowheads="1" noChangeShapeType="1" noTextEdit="1"/>
              </p:cNvSpPr>
              <p:nvPr/>
            </p:nvSpPr>
            <p:spPr>
              <a:xfrm>
                <a:off x="509851" y="637610"/>
                <a:ext cx="11172298" cy="5582779"/>
              </a:xfrm>
              <a:prstGeom prst="rect">
                <a:avLst/>
              </a:prstGeom>
              <a:blipFill>
                <a:blip r:embed="rId2"/>
                <a:stretch>
                  <a:fillRect/>
                </a:stretch>
              </a:blipFill>
            </p:spPr>
            <p:txBody>
              <a:bodyPr/>
              <a:lstStyle/>
              <a:p>
                <a:r xmlns:a="http://schemas.openxmlformats.org/drawingml/2006/main">
                  <a:rPr lang="en">
                    <a:noFill/>
                  </a:rPr>
                  <a:t> </a:t>
                </a:r>
              </a:p>
            </p:txBody>
          </p:sp>
        </mc:Fallback>
      </mc:AlternateContent>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15</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
        <p:nvSpPr>
          <p:cNvPr id="4" name="Стрілка: униз 3">
            <a:extLst>
              <a:ext uri="{FF2B5EF4-FFF2-40B4-BE49-F238E27FC236}">
                <a16:creationId xmlns:a16="http://schemas.microsoft.com/office/drawing/2014/main" id="{7511A7DB-4E90-4505-8791-0D0E213837B9}"/>
              </a:ext>
            </a:extLst>
          </p:cNvPr>
          <p:cNvSpPr/>
          <p:nvPr/>
        </p:nvSpPr>
        <p:spPr>
          <a:xfrm>
            <a:off x="4997276" y="2483796"/>
            <a:ext cx="1251626" cy="1225685"/>
          </a:xfrm>
          <a:prstGeom prst="downArrow">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31567922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Interpretation</a:t>
            </a:r>
          </a:p>
          <a:p>
            <a:pPr lvl="0"/>
            <a:endParaRPr lang="uk-UA" sz="4400" dirty="0"/>
          </a:p>
          <a:p>
            <a:pPr lvl="0"/>
            <a:r>
              <a:rPr lang="en" sz="4400" dirty="0"/>
              <a:t>An increase in the logarithm of GDP by 1 (by 100%) increases life expectancy </a:t>
            </a:r>
            <a:r>
              <a:rPr lang="en" sz="4400" dirty="0" err="1"/>
              <a:t>by </a:t>
            </a:r>
            <a:r>
              <a:rPr lang="en" sz="4400" dirty="0"/>
              <a:t>8.4 years.</a:t>
            </a:r>
          </a:p>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16</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3671810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For each coefficient, we calculate the standard error of the coefficient.</a:t>
            </a:r>
          </a:p>
          <a:p>
            <a:pPr lvl="0"/>
            <a:endParaRPr lang="uk-UA" sz="4400" dirty="0"/>
          </a:p>
          <a:p>
            <a:pPr lvl="0"/>
            <a:endParaRPr lang="uk-UA" sz="4400" dirty="0"/>
          </a:p>
          <a:p>
            <a:pPr lvl="0"/>
            <a:endParaRPr lang="uk-UA" sz="4400" dirty="0"/>
          </a:p>
          <a:p>
            <a:pPr lvl="0"/>
            <a:r>
              <a:rPr lang="en" sz="4400" dirty="0"/>
              <a:t>This is a measure of confidence in this coefficient, which may deviate from the truth with a certain probability.</a:t>
            </a:r>
          </a:p>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17</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8" name="Picture 2" descr="formula for standard error of regression slope">
            <a:extLst>
              <a:ext uri="{FF2B5EF4-FFF2-40B4-BE49-F238E27FC236}">
                <a16:creationId xmlns:a16="http://schemas.microsoft.com/office/drawing/2014/main" id="{A7F85D8B-0791-41A9-B596-633985F0B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231788"/>
            <a:ext cx="5638800" cy="162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0048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There is nothing exact in statistics!</a:t>
            </a:r>
          </a:p>
          <a:p>
            <a:pPr lvl="0"/>
            <a:r>
              <a:rPr lang="en" sz="4400" dirty="0"/>
              <a:t>Everything is either probable or improbable.</a:t>
            </a:r>
          </a:p>
          <a:p>
            <a:pPr lvl="0"/>
            <a:endParaRPr lang="uk-UA" sz="4400" dirty="0"/>
          </a:p>
          <a:p>
            <a:pPr lvl="0"/>
            <a:r>
              <a:rPr lang="en" sz="4400" dirty="0"/>
              <a:t>A hypothesis is a thesis that we are trying to disprove or fail to disprove statistically.</a:t>
            </a:r>
          </a:p>
          <a:p>
            <a:pPr lvl="0"/>
            <a:endParaRPr lang="uk-UA" sz="4400" dirty="0"/>
          </a:p>
          <a:p>
            <a:pPr lvl="0"/>
            <a:r>
              <a:rPr lang="en" sz="4400" dirty="0"/>
              <a:t>Reject or fail to reject.</a:t>
            </a:r>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18</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4183225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19</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
        <p:nvSpPr>
          <p:cNvPr id="8" name="TextBox 7">
            <a:extLst>
              <a:ext uri="{FF2B5EF4-FFF2-40B4-BE49-F238E27FC236}">
                <a16:creationId xmlns:a16="http://schemas.microsoft.com/office/drawing/2014/main" id="{DDFD1127-02FE-4C75-8857-10507A74FBBB}"/>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t>Example: a six-sided cube, the hypothesis that it is fraudulent (falls on a side, for example, 6, more times). If sixes fell out in 2-3 throws, he is probably a fraud. If 50 out of 100 times a six came out, it is extremely likely. And we cannot reject the hypothesis of fraud.</a:t>
            </a:r>
          </a:p>
        </p:txBody>
      </p:sp>
    </p:spTree>
    <p:extLst>
      <p:ext uri="{BB962C8B-B14F-4D97-AF65-F5344CB8AC3E}">
        <p14:creationId xmlns:p14="http://schemas.microsoft.com/office/powerpoint/2010/main" val="251996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20</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
        <p:nvSpPr>
          <p:cNvPr id="8" name="TextBox 7">
            <a:extLst>
              <a:ext uri="{FF2B5EF4-FFF2-40B4-BE49-F238E27FC236}">
                <a16:creationId xmlns:a16="http://schemas.microsoft.com/office/drawing/2014/main" id="{DDFD1127-02FE-4C75-8857-10507A74FBBB}"/>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t>Importantly! We cannot "prove" something statistically, because there is always a possibility that we were wrong and it will not be so for the 101st time.</a:t>
            </a:r>
          </a:p>
        </p:txBody>
      </p:sp>
    </p:spTree>
    <p:extLst>
      <p:ext uri="{BB962C8B-B14F-4D97-AF65-F5344CB8AC3E}">
        <p14:creationId xmlns:p14="http://schemas.microsoft.com/office/powerpoint/2010/main" val="3413424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The null (main) hypothesis is a coefficient equal to zero.</a:t>
            </a: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21</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7170" name="Picture 2" descr="Chapter 3: Hypothesis Testing | Natural Resources Biometrics">
            <a:extLst>
              <a:ext uri="{FF2B5EF4-FFF2-40B4-BE49-F238E27FC236}">
                <a16:creationId xmlns:a16="http://schemas.microsoft.com/office/drawing/2014/main" id="{251FC2D8-DF1F-442E-9329-D75757492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5233" y="2447925"/>
            <a:ext cx="6761534" cy="4049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06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22</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DFD1127-02FE-4C75-8857-10507A74FBBB}"/>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t>In the regression, we hypothesize that the coefficient </a:t>
                </a:r>
                <a14:m>
                  <m:oMath xmlns:m="http://schemas.openxmlformats.org/officeDocument/2006/math">
                    <m:sSub>
                      <m:sSubPr>
                        <m:ctrlPr>
                          <a:rPr lang="en-US" sz="4400" i="1">
                            <a:latin typeface="Cambria Math" panose="02040503050406030204" pitchFamily="18" charset="0"/>
                          </a:rPr>
                        </m:ctrlPr>
                      </m:sSubPr>
                      <m:e>
                        <m:r>
                          <a:rPr lang="en-US" sz="4400" i="1">
                            <a:latin typeface="Cambria Math" panose="02040503050406030204" pitchFamily="18" charset="0"/>
                          </a:rPr>
                          <m:t>𝛽</m:t>
                        </m:r>
                      </m:e>
                      <m:sub>
                        <m:r>
                          <a:rPr lang="en-US" sz="4400" i="1">
                            <a:latin typeface="Cambria Math" panose="02040503050406030204" pitchFamily="18" charset="0"/>
                          </a:rPr>
                          <m:t>𝑖</m:t>
                        </m:r>
                      </m:sub>
                    </m:sSub>
                    <m:r>
                      <a:rPr lang="en-US" sz="4400" b="0" i="1" smtClean="0">
                        <a:latin typeface="Cambria Math" panose="02040503050406030204" pitchFamily="18" charset="0"/>
                      </a:rPr>
                      <m:t>=0</m:t>
                    </m:r>
                  </m:oMath>
                </a14:m>
                <a:r>
                  <a:rPr lang="en" sz="4400" dirty="0"/>
                  <a:t>. If we can reject this hypothesis with 95+% probability - we say that the coefficient is significant (marked with an asterisk, usually) and the variable affects </a:t>
                </a:r>
                <a14:m>
                  <m:oMath xmlns:m="http://schemas.openxmlformats.org/officeDocument/2006/math">
                    <m:sSub>
                      <m:sSubPr>
                        <m:ctrlPr>
                          <a:rPr lang="uk-UA" sz="4400" b="0" i="1" smtClean="0">
                            <a:latin typeface="Cambria Math" panose="02040503050406030204" pitchFamily="18" charset="0"/>
                          </a:rPr>
                        </m:ctrlPr>
                      </m:sSubPr>
                      <m:e>
                        <m:r>
                          <a:rPr lang="en-US" sz="4400" i="1">
                            <a:latin typeface="Cambria Math" panose="02040503050406030204" pitchFamily="18" charset="0"/>
                          </a:rPr>
                          <m:t>𝑥</m:t>
                        </m:r>
                      </m:e>
                      <m:sub>
                        <m:r>
                          <a:rPr lang="en-US" sz="4400" b="0" i="1" smtClean="0">
                            <a:latin typeface="Cambria Math" panose="02040503050406030204" pitchFamily="18" charset="0"/>
                          </a:rPr>
                          <m:t>𝑖</m:t>
                        </m:r>
                      </m:sub>
                    </m:sSub>
                  </m:oMath>
                </a14:m>
                <a:r>
                  <a:rPr lang="en" sz="4400" dirty="0"/>
                  <a:t>the explained variable </a:t>
                </a:r>
                <a14:m>
                  <m:oMath xmlns:m="http://schemas.openxmlformats.org/officeDocument/2006/math">
                    <m:r>
                      <a:rPr lang="en-US" sz="4400" i="1">
                        <a:latin typeface="Cambria Math" panose="02040503050406030204" pitchFamily="18" charset="0"/>
                      </a:rPr>
                      <m:t>𝑦</m:t>
                    </m:r>
                  </m:oMath>
                </a14:m>
                <a:r>
                  <a:rPr lang="en" sz="4400" dirty="0"/>
                  <a:t>. To do this, we look at the p-value, it should be less than 0.05.</a:t>
                </a:r>
              </a:p>
            </p:txBody>
          </p:sp>
        </mc:Choice>
        <mc:Fallback xmlns="">
          <p:sp>
            <p:nvSpPr>
              <p:cNvPr id="8" name="TextBox 7">
                <a:extLst>
                  <a:ext uri="{FF2B5EF4-FFF2-40B4-BE49-F238E27FC236}">
                    <a16:creationId xmlns:a16="http://schemas.microsoft.com/office/drawing/2014/main" id="{DDFD1127-02FE-4C75-8857-10507A74FBBB}"/>
                  </a:ext>
                </a:extLst>
              </p:cNvPr>
              <p:cNvSpPr txBox="1">
                <a:spLocks noRot="1" noChangeAspect="1" noMove="1" noResize="1" noEditPoints="1" noAdjustHandles="1" noChangeArrowheads="1" noChangeShapeType="1" noTextEdit="1"/>
              </p:cNvSpPr>
              <p:nvPr/>
            </p:nvSpPr>
            <p:spPr>
              <a:xfrm>
                <a:off x="509851" y="637610"/>
                <a:ext cx="11172298" cy="5582779"/>
              </a:xfrm>
              <a:prstGeom prst="rect">
                <a:avLst/>
              </a:prstGeom>
              <a:blipFill>
                <a:blip r:embed="rId2"/>
                <a:stretch>
                  <a:fillRect l="-2238" t="-2404" r="-1965" b="-2951"/>
                </a:stretch>
              </a:blipFill>
            </p:spPr>
            <p:txBody>
              <a:bodyPr/>
              <a:lstStyle/>
              <a:p>
                <a:r xmlns:a="http://schemas.openxmlformats.org/drawingml/2006/main">
                  <a:rPr lang="en">
                    <a:noFill/>
                  </a:rPr>
                  <a:t> </a:t>
                </a:r>
              </a:p>
            </p:txBody>
          </p:sp>
        </mc:Fallback>
      </mc:AlternateContent>
    </p:spTree>
    <p:extLst>
      <p:ext uri="{BB962C8B-B14F-4D97-AF65-F5344CB8AC3E}">
        <p14:creationId xmlns:p14="http://schemas.microsoft.com/office/powerpoint/2010/main" val="14736995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23</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3" name="Рисунок 12">
            <a:extLst>
              <a:ext uri="{FF2B5EF4-FFF2-40B4-BE49-F238E27FC236}">
                <a16:creationId xmlns:a16="http://schemas.microsoft.com/office/drawing/2014/main" id="{F9BD0192-3E76-489A-846E-3324EF90FA06}"/>
              </a:ext>
            </a:extLst>
          </p:cNvPr>
          <p:cNvPicPr>
            <a:picLocks noChangeAspect="1"/>
          </p:cNvPicPr>
          <p:nvPr/>
        </p:nvPicPr>
        <p:blipFill>
          <a:blip r:embed="rId2"/>
          <a:stretch>
            <a:fillRect/>
          </a:stretch>
        </p:blipFill>
        <p:spPr>
          <a:xfrm>
            <a:off x="2244527" y="1333392"/>
            <a:ext cx="7702946" cy="4191215"/>
          </a:xfrm>
          <a:prstGeom prst="rect">
            <a:avLst/>
          </a:prstGeom>
        </p:spPr>
      </p:pic>
      <p:sp>
        <p:nvSpPr>
          <p:cNvPr id="16" name="Овал 15">
            <a:extLst>
              <a:ext uri="{FF2B5EF4-FFF2-40B4-BE49-F238E27FC236}">
                <a16:creationId xmlns:a16="http://schemas.microsoft.com/office/drawing/2014/main" id="{1322EF2C-1FFB-4A59-A6A8-8F762D3D7ED0}"/>
              </a:ext>
            </a:extLst>
          </p:cNvPr>
          <p:cNvSpPr/>
          <p:nvPr/>
        </p:nvSpPr>
        <p:spPr>
          <a:xfrm>
            <a:off x="5000017" y="2954468"/>
            <a:ext cx="4287157"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534699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t>The regression should explain well all the existing variables, that is, the distance from the points to the line should be minimal.</a:t>
                </a:r>
              </a:p>
              <a:p>
                <a:endParaRPr lang="uk-UA" sz="4400" dirty="0"/>
              </a:p>
              <a:p>
                <a:r>
                  <a:rPr lang="en" sz="4400" dirty="0"/>
                  <a:t>For this there is </a:t>
                </a:r>
                <a14:m>
                  <m:oMath xmlns:m="http://schemas.openxmlformats.org/officeDocument/2006/math">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𝑅</m:t>
                        </m:r>
                      </m:e>
                      <m:sup>
                        <m:r>
                          <a:rPr lang="en-US" sz="4400" b="0" i="1" smtClean="0">
                            <a:latin typeface="Cambria Math" panose="02040503050406030204" pitchFamily="18" charset="0"/>
                          </a:rPr>
                          <m:t>2</m:t>
                        </m:r>
                      </m:sup>
                    </m:sSup>
                  </m:oMath>
                </a14:m>
                <a:r>
                  <a:rPr lang="en" sz="4400" dirty="0"/>
                  <a:t>. This is a quantity that describes the percentage of explained variation, a measure of the variation in the data (which we actually explain).</a:t>
                </a:r>
              </a:p>
            </p:txBody>
          </p:sp>
        </mc:Choice>
        <mc:Fallback xmlns="">
          <p:sp>
            <p:nvSpPr>
              <p:cNvPr id="7" name="TextBox 6">
                <a:extLst>
                  <a:ext uri="{FF2B5EF4-FFF2-40B4-BE49-F238E27FC236}">
                    <a16:creationId xmlns:a16="http://schemas.microsoft.com/office/drawing/2014/main" id="{D9A85860-FDCE-456E-A2E1-EEE6B06F2861}"/>
                  </a:ext>
                </a:extLst>
              </p:cNvPr>
              <p:cNvSpPr txBox="1">
                <a:spLocks noRot="1" noChangeAspect="1" noMove="1" noResize="1" noEditPoints="1" noAdjustHandles="1" noChangeArrowheads="1" noChangeShapeType="1" noTextEdit="1"/>
              </p:cNvSpPr>
              <p:nvPr/>
            </p:nvSpPr>
            <p:spPr>
              <a:xfrm>
                <a:off x="509851" y="637610"/>
                <a:ext cx="11172298" cy="5582779"/>
              </a:xfrm>
              <a:prstGeom prst="rect">
                <a:avLst/>
              </a:prstGeom>
              <a:blipFill>
                <a:blip r:embed="rId2"/>
                <a:stretch>
                  <a:fillRect l="-2238" t="-2404" r="-2183" b="-2951"/>
                </a:stretch>
              </a:blipFill>
            </p:spPr>
            <p:txBody>
              <a:bodyPr/>
              <a:lstStyle/>
              <a:p>
                <a:r xmlns:a="http://schemas.openxmlformats.org/drawingml/2006/main">
                  <a:rPr lang="en">
                    <a:noFill/>
                  </a:rPr>
                  <a:t> </a:t>
                </a:r>
              </a:p>
            </p:txBody>
          </p:sp>
        </mc:Fallback>
      </mc:AlternateContent>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24</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24481055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1"/>
                <a:ext cx="11172298" cy="5582779"/>
              </a:xfrm>
              <a:prstGeom prst="rect">
                <a:avLst/>
              </a:prstGeom>
              <a:noFill/>
            </p:spPr>
            <p:txBody>
              <a:bodyPr wrap="square" rtlCol="0">
                <a:noAutofit/>
              </a:bodyPr>
              <a:lstStyle/>
              <a:p>
                <a14:m>
                  <m:oMath xmlns:m="http://schemas.openxmlformats.org/officeDocument/2006/math">
                    <m:sSup>
                      <m:sSupPr>
                        <m:ctrlPr>
                          <a:rPr lang="en-US" sz="4400" i="1" smtClean="0">
                            <a:latin typeface="Cambria Math" panose="02040503050406030204" pitchFamily="18" charset="0"/>
                          </a:rPr>
                        </m:ctrlPr>
                      </m:sSupPr>
                      <m:e>
                        <m:r>
                          <a:rPr lang="en-US" sz="4400" i="1">
                            <a:latin typeface="Cambria Math" panose="02040503050406030204" pitchFamily="18" charset="0"/>
                          </a:rPr>
                          <m:t>𝑅</m:t>
                        </m:r>
                      </m:e>
                      <m:sup>
                        <m:r>
                          <a:rPr lang="en-US" sz="4400" i="1">
                            <a:latin typeface="Cambria Math" panose="02040503050406030204" pitchFamily="18" charset="0"/>
                          </a:rPr>
                          <m:t>2</m:t>
                        </m:r>
                      </m:sup>
                    </m:sSup>
                  </m:oMath>
                </a14:m>
                <a:r>
                  <a:rPr lang="en" sz="4400" dirty="0"/>
                  <a:t>is given as the ratio between the sum of squared distances to the mean in the estimated regression and in real observations.</a:t>
                </a:r>
                <a:endParaRPr lang="en-US" sz="4400" dirty="0"/>
              </a:p>
              <a:p>
                <a:endParaRPr lang="en-US" sz="4400" dirty="0"/>
              </a:p>
              <a:p>
                <a:pPr algn="ctr"/>
                <a14:m>
                  <m:oMath xmlns:m="http://schemas.openxmlformats.org/officeDocument/2006/math">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𝑅</m:t>
                        </m:r>
                      </m:e>
                      <m:sup>
                        <m:r>
                          <a:rPr lang="en-US" sz="4400" b="0" i="1" smtClean="0">
                            <a:latin typeface="Cambria Math" panose="02040503050406030204" pitchFamily="18" charset="0"/>
                          </a:rPr>
                          <m:t>2</m:t>
                        </m:r>
                      </m:sup>
                    </m:sSup>
                    <m:r>
                      <a:rPr lang="en-US" sz="4400" b="0" i="1" smtClean="0">
                        <a:latin typeface="Cambria Math" panose="02040503050406030204" pitchFamily="18" charset="0"/>
                      </a:rPr>
                      <m:t>=1−∑</m:t>
                    </m:r>
                    <m:f>
                      <m:fPr>
                        <m:ctrlPr>
                          <a:rPr lang="en-US" sz="4400" b="0" i="1" smtClean="0">
                            <a:latin typeface="Cambria Math" panose="02040503050406030204" pitchFamily="18" charset="0"/>
                          </a:rPr>
                        </m:ctrlPr>
                      </m:fPr>
                      <m:num>
                        <m:r>
                          <a:rPr lang="en-US" sz="4400" b="0" i="1" smtClean="0">
                            <a:latin typeface="Cambria Math" panose="02040503050406030204" pitchFamily="18" charset="0"/>
                          </a:rPr>
                          <m:t>𝑆𝑆𝐸</m:t>
                        </m:r>
                      </m:num>
                      <m:den>
                        <m:r>
                          <a:rPr lang="en-US" sz="4400" b="0" i="1" smtClean="0">
                            <a:latin typeface="Cambria Math" panose="02040503050406030204" pitchFamily="18" charset="0"/>
                          </a:rPr>
                          <m:t>𝑆𝑆𝑇</m:t>
                        </m:r>
                      </m:den>
                    </m:f>
                  </m:oMath>
                </a14:m>
                <a:r>
                  <a:rPr lang="en" sz="4400" dirty="0"/>
                  <a:t> </a:t>
                </a:r>
              </a:p>
            </p:txBody>
          </p:sp>
        </mc:Choice>
        <mc:Fallback xmlns="">
          <p:sp>
            <p:nvSpPr>
              <p:cNvPr id="7" name="TextBox 6">
                <a:extLst>
                  <a:ext uri="{FF2B5EF4-FFF2-40B4-BE49-F238E27FC236}">
                    <a16:creationId xmlns:a16="http://schemas.microsoft.com/office/drawing/2014/main" id="{D9A85860-FDCE-456E-A2E1-EEE6B06F2861}"/>
                  </a:ext>
                </a:extLst>
              </p:cNvPr>
              <p:cNvSpPr txBox="1">
                <a:spLocks noRot="1" noChangeAspect="1" noMove="1" noResize="1" noEditPoints="1" noAdjustHandles="1" noChangeArrowheads="1" noChangeShapeType="1" noTextEdit="1"/>
              </p:cNvSpPr>
              <p:nvPr/>
            </p:nvSpPr>
            <p:spPr>
              <a:xfrm>
                <a:off x="509851" y="637611"/>
                <a:ext cx="11172298" cy="5582779"/>
              </a:xfrm>
              <a:prstGeom prst="rect">
                <a:avLst/>
              </a:prstGeom>
              <a:blipFill>
                <a:blip r:embed="rId2"/>
                <a:stretch>
                  <a:fillRect l="-2238" t="-2404" r="-2293"/>
                </a:stretch>
              </a:blipFill>
            </p:spPr>
            <p:txBody>
              <a:bodyPr/>
              <a:lstStyle/>
              <a:p>
                <a:r xmlns:a="http://schemas.openxmlformats.org/drawingml/2006/main">
                  <a:rPr lang="en">
                    <a:noFill/>
                  </a:rPr>
                  <a:t> </a:t>
                </a:r>
              </a:p>
            </p:txBody>
          </p:sp>
        </mc:Fallback>
      </mc:AlternateContent>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25</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106778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26</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4098" name="Picture 2" descr="Linear Regression Python Examples - Analytics Yogi">
            <a:extLst>
              <a:ext uri="{FF2B5EF4-FFF2-40B4-BE49-F238E27FC236}">
                <a16:creationId xmlns:a16="http://schemas.microsoft.com/office/drawing/2014/main" id="{85E3307C-4ECC-459B-82E1-136DDDE9B2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1613" y="1179224"/>
            <a:ext cx="6324403" cy="449954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Explain linear regression with manual calculation | by WY Fok | Towards  Data Science">
            <a:extLst>
              <a:ext uri="{FF2B5EF4-FFF2-40B4-BE49-F238E27FC236}">
                <a16:creationId xmlns:a16="http://schemas.microsoft.com/office/drawing/2014/main" id="{850E0857-242C-430A-A98F-308C5B0332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870" y="1182973"/>
            <a:ext cx="3895725" cy="4495800"/>
          </a:xfrm>
          <a:prstGeom prst="rect">
            <a:avLst/>
          </a:prstGeom>
          <a:noFill/>
          <a:extLst>
            <a:ext uri="{909E8E84-426E-40DD-AFC4-6F175D3DCCD1}">
              <a14:hiddenFill xmlns:a14="http://schemas.microsoft.com/office/drawing/2010/main">
                <a:solidFill>
                  <a:srgbClr val="FFFFFF"/>
                </a:solidFill>
              </a14:hiddenFill>
            </a:ext>
          </a:extLst>
        </p:spPr>
      </p:pic>
      <p:sp>
        <p:nvSpPr>
          <p:cNvPr id="8" name="Овал 7">
            <a:extLst>
              <a:ext uri="{FF2B5EF4-FFF2-40B4-BE49-F238E27FC236}">
                <a16:creationId xmlns:a16="http://schemas.microsoft.com/office/drawing/2014/main" id="{4B89584B-7B29-4D14-8D26-AF216BB63FF2}"/>
              </a:ext>
            </a:extLst>
          </p:cNvPr>
          <p:cNvSpPr/>
          <p:nvPr/>
        </p:nvSpPr>
        <p:spPr>
          <a:xfrm>
            <a:off x="933856" y="4226107"/>
            <a:ext cx="3560323"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9" name="Овал 8">
            <a:extLst>
              <a:ext uri="{FF2B5EF4-FFF2-40B4-BE49-F238E27FC236}">
                <a16:creationId xmlns:a16="http://schemas.microsoft.com/office/drawing/2014/main" id="{3EA98517-AA79-4565-888A-BC8919725454}"/>
              </a:ext>
            </a:extLst>
          </p:cNvPr>
          <p:cNvSpPr/>
          <p:nvPr/>
        </p:nvSpPr>
        <p:spPr>
          <a:xfrm>
            <a:off x="860570" y="1199258"/>
            <a:ext cx="3560323"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38621490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27</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8" name="Picture 4" descr="R-Squared in One Picture - DataScienceCentral.com">
            <a:extLst>
              <a:ext uri="{FF2B5EF4-FFF2-40B4-BE49-F238E27FC236}">
                <a16:creationId xmlns:a16="http://schemas.microsoft.com/office/drawing/2014/main" id="{3EB5ED7D-A7A3-4638-893A-7D3B220D3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040" y="886735"/>
            <a:ext cx="9211919" cy="5176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589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28</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3" name="Рисунок 12">
            <a:extLst>
              <a:ext uri="{FF2B5EF4-FFF2-40B4-BE49-F238E27FC236}">
                <a16:creationId xmlns:a16="http://schemas.microsoft.com/office/drawing/2014/main" id="{F9BD0192-3E76-489A-846E-3324EF90FA06}"/>
              </a:ext>
            </a:extLst>
          </p:cNvPr>
          <p:cNvPicPr>
            <a:picLocks noChangeAspect="1"/>
          </p:cNvPicPr>
          <p:nvPr/>
        </p:nvPicPr>
        <p:blipFill>
          <a:blip r:embed="rId2"/>
          <a:stretch>
            <a:fillRect/>
          </a:stretch>
        </p:blipFill>
        <p:spPr>
          <a:xfrm>
            <a:off x="2244527" y="1333392"/>
            <a:ext cx="7702946" cy="4191215"/>
          </a:xfrm>
          <a:prstGeom prst="rect">
            <a:avLst/>
          </a:prstGeom>
        </p:spPr>
      </p:pic>
      <p:sp>
        <p:nvSpPr>
          <p:cNvPr id="16" name="Овал 15">
            <a:extLst>
              <a:ext uri="{FF2B5EF4-FFF2-40B4-BE49-F238E27FC236}">
                <a16:creationId xmlns:a16="http://schemas.microsoft.com/office/drawing/2014/main" id="{1322EF2C-1FFB-4A59-A6A8-8F762D3D7ED0}"/>
              </a:ext>
            </a:extLst>
          </p:cNvPr>
          <p:cNvSpPr/>
          <p:nvPr/>
        </p:nvSpPr>
        <p:spPr>
          <a:xfrm>
            <a:off x="1634247" y="4387676"/>
            <a:ext cx="8313226"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30984756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There are many things to control</a:t>
            </a:r>
          </a:p>
          <a:p>
            <a:pPr lvl="0"/>
            <a:endParaRPr lang="uk-UA" sz="4400" dirty="0"/>
          </a:p>
          <a:p>
            <a:pPr marL="571500" lvl="0" indent="-571500">
              <a:buFont typeface="Arial" panose="020B0604020202020204" pitchFamily="34" charset="0"/>
              <a:buChar char="•"/>
            </a:pPr>
            <a:r>
              <a:rPr lang="en" sz="4400" dirty="0"/>
              <a:t>Linear relationship between the explained variable and the explanatory variables</a:t>
            </a:r>
          </a:p>
          <a:p>
            <a:pPr marL="571500" lvl="0" indent="-571500">
              <a:buFont typeface="Arial" panose="020B0604020202020204" pitchFamily="34" charset="0"/>
              <a:buChar char="•"/>
            </a:pPr>
            <a:r>
              <a:rPr lang="en" sz="4400" dirty="0"/>
              <a:t>The variation of residuals must be constant</a:t>
            </a:r>
          </a:p>
          <a:p>
            <a:pPr marL="571500" lvl="0" indent="-571500">
              <a:buFont typeface="Arial" panose="020B0604020202020204" pitchFamily="34" charset="0"/>
              <a:buChar char="•"/>
            </a:pPr>
            <a:r>
              <a:rPr lang="en" sz="4400" dirty="0"/>
              <a:t>Remainders should be normally distributed</a:t>
            </a: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29</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2466280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lgn="ctr"/>
            <a:r>
              <a:rPr lang="en" sz="4400" dirty="0"/>
              <a:t>Linearity</a:t>
            </a: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30</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9218" name="Picture 2" descr="Linear Regression Analysis in SPSS Statistics - Procedure, assumptions and  reporting the output.">
            <a:extLst>
              <a:ext uri="{FF2B5EF4-FFF2-40B4-BE49-F238E27FC236}">
                <a16:creationId xmlns:a16="http://schemas.microsoft.com/office/drawing/2014/main" id="{8F31FA20-D5B9-45AC-A4E3-4C84F96788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3702" y="2253031"/>
            <a:ext cx="9624595" cy="372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586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The variation of the residuals must be constant - </a:t>
            </a:r>
            <a:r>
              <a:rPr lang="en" sz="4400" dirty="0" err="1"/>
              <a:t>homoscedasticity </a:t>
            </a:r>
            <a:r>
              <a:rPr lang="en" sz="4400" dirty="0"/>
              <a:t>.</a:t>
            </a:r>
          </a:p>
          <a:p>
            <a:pPr lvl="0"/>
            <a:endParaRPr lang="uk-UA" sz="4400" dirty="0"/>
          </a:p>
          <a:p>
            <a:pPr lvl="0"/>
            <a:endParaRPr lang="uk-UA" sz="4400" dirty="0"/>
          </a:p>
          <a:p>
            <a:pPr lvl="0"/>
            <a:endParaRPr lang="uk-UA" sz="4400" dirty="0"/>
          </a:p>
          <a:p>
            <a:pPr lvl="0"/>
            <a:endParaRPr lang="en-US" sz="4400" dirty="0"/>
          </a:p>
          <a:p>
            <a:pPr lvl="0"/>
            <a:endParaRPr lang="en-US" sz="4400" dirty="0"/>
          </a:p>
          <a:p>
            <a:pPr lvl="0"/>
            <a:r>
              <a:rPr lang="en" sz="4400" dirty="0"/>
              <a:t>Or the </a:t>
            </a:r>
            <a:r>
              <a:rPr lang="en" sz="4400" dirty="0" err="1"/>
              <a:t>Breusch-Pagan test</a:t>
            </a:r>
            <a:endParaRPr lang="uk-UA"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31</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1266" name="Picture 2" descr="Homoscedasticity - Meaning, Assumption, vs Heteroscedasticity">
            <a:extLst>
              <a:ext uri="{FF2B5EF4-FFF2-40B4-BE49-F238E27FC236}">
                <a16:creationId xmlns:a16="http://schemas.microsoft.com/office/drawing/2014/main" id="{3B02C8A2-A0E1-4CDD-B5AE-83C3DB751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1166" y="2082227"/>
            <a:ext cx="5593506" cy="3139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329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Remainders should be normally distributed.</a:t>
            </a:r>
          </a:p>
          <a:p>
            <a:pPr lvl="0"/>
            <a:endParaRPr lang="uk-UA" sz="4400" dirty="0"/>
          </a:p>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32</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2290" name="Picture 2" descr="What normally distributed residuals look like">
            <a:extLst>
              <a:ext uri="{FF2B5EF4-FFF2-40B4-BE49-F238E27FC236}">
                <a16:creationId xmlns:a16="http://schemas.microsoft.com/office/drawing/2014/main" id="{141A7A54-A02F-4DB5-8454-C83D7B75A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2332" y="2167443"/>
            <a:ext cx="6487336" cy="4633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70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33</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3" name="Рисунок 12">
            <a:extLst>
              <a:ext uri="{FF2B5EF4-FFF2-40B4-BE49-F238E27FC236}">
                <a16:creationId xmlns:a16="http://schemas.microsoft.com/office/drawing/2014/main" id="{F9BD0192-3E76-489A-846E-3324EF90FA06}"/>
              </a:ext>
            </a:extLst>
          </p:cNvPr>
          <p:cNvPicPr>
            <a:picLocks noChangeAspect="1"/>
          </p:cNvPicPr>
          <p:nvPr/>
        </p:nvPicPr>
        <p:blipFill>
          <a:blip r:embed="rId2"/>
          <a:stretch>
            <a:fillRect/>
          </a:stretch>
        </p:blipFill>
        <p:spPr>
          <a:xfrm>
            <a:off x="2244527" y="1333392"/>
            <a:ext cx="7702946" cy="4191215"/>
          </a:xfrm>
          <a:prstGeom prst="rect">
            <a:avLst/>
          </a:prstGeom>
        </p:spPr>
      </p:pic>
      <p:sp>
        <p:nvSpPr>
          <p:cNvPr id="16" name="Овал 15">
            <a:extLst>
              <a:ext uri="{FF2B5EF4-FFF2-40B4-BE49-F238E27FC236}">
                <a16:creationId xmlns:a16="http://schemas.microsoft.com/office/drawing/2014/main" id="{1322EF2C-1FFB-4A59-A6A8-8F762D3D7ED0}"/>
              </a:ext>
            </a:extLst>
          </p:cNvPr>
          <p:cNvSpPr/>
          <p:nvPr/>
        </p:nvSpPr>
        <p:spPr>
          <a:xfrm>
            <a:off x="1699098" y="1754723"/>
            <a:ext cx="6031148" cy="13748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4000630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a:t>An exercise for attention.</a:t>
            </a:r>
          </a:p>
          <a:p>
            <a:pPr lvl="0"/>
            <a:r>
              <a:rPr lang="en" sz="4400" dirty="0"/>
              <a:t>There are three apartments:</a:t>
            </a:r>
          </a:p>
          <a:p>
            <a:pPr marL="571500" lvl="0" indent="-571500">
              <a:buFont typeface="Arial" panose="020B0604020202020204" pitchFamily="34" charset="0"/>
              <a:buChar char="•"/>
            </a:pPr>
            <a:r>
              <a:rPr lang="en" sz="4400" dirty="0"/>
              <a:t>40 squares and costs 35,000</a:t>
            </a:r>
          </a:p>
          <a:p>
            <a:pPr marL="571500" lvl="0" indent="-571500">
              <a:buFont typeface="Arial" panose="020B0604020202020204" pitchFamily="34" charset="0"/>
              <a:buChar char="•"/>
            </a:pPr>
            <a:r>
              <a:rPr lang="en" sz="4400" dirty="0"/>
              <a:t>70 squares and costs 50,000</a:t>
            </a:r>
          </a:p>
          <a:p>
            <a:pPr marL="571500" lvl="0" indent="-571500">
              <a:buFont typeface="Arial" panose="020B0604020202020204" pitchFamily="34" charset="0"/>
              <a:buChar char="•"/>
            </a:pPr>
            <a:r>
              <a:rPr lang="en" sz="4400" dirty="0"/>
              <a:t>120 square meters and costs 75,000</a:t>
            </a:r>
          </a:p>
          <a:p>
            <a:pPr lvl="0"/>
            <a:endParaRPr lang="uk-UA" sz="4400" dirty="0"/>
          </a:p>
          <a:p>
            <a:pPr lvl="0"/>
            <a:r>
              <a:rPr lang="en" sz="4400" dirty="0"/>
              <a:t>What coefficients, what R-squared?</a:t>
            </a:r>
          </a:p>
          <a:p>
            <a:pPr lvl="0"/>
            <a:r>
              <a:rPr lang="en" sz="4400" dirty="0"/>
              <a:t>15000 + 500*square ; 1</a:t>
            </a:r>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34</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3770202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animEffect transition="in" filter="fade">
                                      <p:cBhvr>
                                        <p:cTn id="7"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endParaRPr lang="en-US" sz="4400" b="0" i="1" dirty="0">
                  <a:latin typeface="Cambria Math" panose="02040503050406030204" pitchFamily="18" charset="0"/>
                </a:endParaRPr>
              </a:p>
              <a:p>
                <a:endParaRPr lang="uk-UA" sz="4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𝑦</m:t>
                      </m:r>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0</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1</m:t>
                          </m:r>
                        </m:sub>
                      </m:sSub>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1</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2</m:t>
                          </m:r>
                        </m:sub>
                      </m:sSub>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2</m:t>
                          </m:r>
                        </m:sub>
                      </m:sSub>
                      <m:r>
                        <a:rPr lang="en-US" sz="4400" b="0" i="1" smtClean="0">
                          <a:latin typeface="Cambria Math" panose="02040503050406030204" pitchFamily="18" charset="0"/>
                        </a:rPr>
                        <m:t>+…+</m:t>
                      </m:r>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𝛽</m:t>
                          </m:r>
                        </m:e>
                        <m:sub>
                          <m:r>
                            <a:rPr lang="en-US" sz="4400" b="0" i="1" smtClean="0">
                              <a:latin typeface="Cambria Math" panose="02040503050406030204" pitchFamily="18" charset="0"/>
                            </a:rPr>
                            <m:t>𝑛</m:t>
                          </m:r>
                        </m:sub>
                      </m:sSub>
                      <m:sSub>
                        <m:sSubPr>
                          <m:ctrlPr>
                            <a:rPr lang="en-US" sz="4400" b="0" i="1" smtClean="0">
                              <a:latin typeface="Cambria Math" panose="02040503050406030204" pitchFamily="18" charset="0"/>
                            </a:rPr>
                          </m:ctrlPr>
                        </m:sSubPr>
                        <m:e>
                          <m:r>
                            <a:rPr lang="en-US" sz="4400" b="0" i="1" smtClean="0">
                              <a:latin typeface="Cambria Math" panose="02040503050406030204" pitchFamily="18" charset="0"/>
                            </a:rPr>
                            <m:t>𝑥</m:t>
                          </m:r>
                        </m:e>
                        <m:sub>
                          <m:r>
                            <a:rPr lang="en-US" sz="4400" b="0" i="1" smtClean="0">
                              <a:latin typeface="Cambria Math" panose="02040503050406030204" pitchFamily="18" charset="0"/>
                            </a:rPr>
                            <m:t>𝑛</m:t>
                          </m:r>
                        </m:sub>
                      </m:sSub>
                      <m:r>
                        <a:rPr lang="en-US" sz="4400" b="0" i="1" smtClean="0">
                          <a:latin typeface="Cambria Math" panose="02040503050406030204" pitchFamily="18" charset="0"/>
                        </a:rPr>
                        <m:t>+</m:t>
                      </m:r>
                      <m:r>
                        <m:rPr>
                          <m:sty m:val="p"/>
                        </m:rPr>
                        <a:rPr lang="en-US" sz="4400" b="0" i="1" smtClean="0">
                          <a:latin typeface="Cambria Math" panose="02040503050406030204" pitchFamily="18" charset="0"/>
                        </a:rPr>
                        <m:t>ε</m:t>
                      </m:r>
                    </m:oMath>
                  </m:oMathPara>
                </a14:m>
                <a:endParaRPr lang="uk-UA" sz="4400" b="0" dirty="0"/>
              </a:p>
              <a:p>
                <a:endParaRPr lang="uk-UA" sz="4400" dirty="0"/>
              </a:p>
              <a:p>
                <a:pPr algn="ctr"/>
                <a:r>
                  <a:rPr lang="en" sz="4400" b="0" dirty="0"/>
                  <a:t>Linear regression with many </a:t>
                </a:r>
                <a:r>
                  <a:rPr lang="en" sz="4400" dirty="0"/>
                  <a:t>variables</a:t>
                </a:r>
                <a:endParaRPr lang="en-US" sz="4400" b="0" dirty="0"/>
              </a:p>
            </p:txBody>
          </p:sp>
        </mc:Choice>
        <mc:Fallback xmlns="">
          <p:sp>
            <p:nvSpPr>
              <p:cNvPr id="7" name="TextBox 6">
                <a:extLst>
                  <a:ext uri="{FF2B5EF4-FFF2-40B4-BE49-F238E27FC236}">
                    <a16:creationId xmlns:a16="http://schemas.microsoft.com/office/drawing/2014/main" id="{D9A85860-FDCE-456E-A2E1-EEE6B06F2861}"/>
                  </a:ext>
                </a:extLst>
              </p:cNvPr>
              <p:cNvSpPr txBox="1">
                <a:spLocks noRot="1" noChangeAspect="1" noMove="1" noResize="1" noEditPoints="1" noAdjustHandles="1" noChangeArrowheads="1" noChangeShapeType="1" noTextEdit="1"/>
              </p:cNvSpPr>
              <p:nvPr/>
            </p:nvSpPr>
            <p:spPr>
              <a:xfrm>
                <a:off x="509851" y="637610"/>
                <a:ext cx="11172298" cy="5582779"/>
              </a:xfrm>
              <a:prstGeom prst="rect">
                <a:avLst/>
              </a:prstGeom>
              <a:blipFill>
                <a:blip r:embed="rId2"/>
                <a:stretch>
                  <a:fillRect/>
                </a:stretch>
              </a:blipFill>
            </p:spPr>
            <p:txBody>
              <a:bodyPr/>
              <a:lstStyle/>
              <a:p>
                <a:r xmlns:a="http://schemas.openxmlformats.org/drawingml/2006/main">
                  <a:rPr lang="en">
                    <a:noFill/>
                  </a:rPr>
                  <a:t> </a:t>
                </a:r>
              </a:p>
            </p:txBody>
          </p:sp>
        </mc:Fallback>
      </mc:AlternateContent>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35</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59378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lgn="ctr"/>
            <a:r>
              <a:rPr lang="en" sz="4400" dirty="0"/>
              <a:t>New tricks = new problems</a:t>
            </a:r>
            <a:endParaRPr lang="en-US" sz="4400" dirty="0"/>
          </a:p>
          <a:p>
            <a:pPr lvl="0" algn="ctr"/>
            <a:r>
              <a:rPr lang="en" sz="4400" dirty="0" err="1"/>
              <a:t>Overfitting</a:t>
            </a: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36</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pic>
        <p:nvPicPr>
          <p:cNvPr id="13314" name="Picture 2">
            <a:extLst>
              <a:ext uri="{FF2B5EF4-FFF2-40B4-BE49-F238E27FC236}">
                <a16:creationId xmlns:a16="http://schemas.microsoft.com/office/drawing/2014/main" id="{3B75A91F-DBB2-471A-BFFB-64D221FF5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75" y="2406687"/>
            <a:ext cx="10001250"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306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r>
              <a:rPr lang="en" sz="4400" dirty="0" err="1"/>
              <a:t>Multicollinearity </a:t>
            </a:r>
            <a:r>
              <a:rPr lang="en" sz="4400" dirty="0"/>
              <a:t>is a significant interdependence of several explanatory variables.</a:t>
            </a:r>
            <a:endParaRPr lang="en-US" sz="4400" dirty="0"/>
          </a:p>
          <a:p>
            <a:pPr lvl="0"/>
            <a:endParaRPr lang="en-US" sz="4400" dirty="0"/>
          </a:p>
          <a:p>
            <a:pPr lvl="0"/>
            <a:r>
              <a:rPr lang="en" sz="4400" dirty="0"/>
              <a:t>Interpretation of coefficients deteriorates.</a:t>
            </a:r>
          </a:p>
          <a:p>
            <a:pPr lvl="0"/>
            <a:endParaRPr lang="uk-UA" sz="4400" dirty="0"/>
          </a:p>
          <a:p>
            <a:pPr lvl="0"/>
            <a:r>
              <a:rPr lang="en" sz="4400" dirty="0"/>
              <a:t>Check – See the correlation between two variables.</a:t>
            </a:r>
            <a:endParaRPr lang="en-US"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37</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7258348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pPr lvl="0"/>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𝐴𝑑𝑗</m:t>
                      </m:r>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𝑅</m:t>
                          </m:r>
                        </m:e>
                        <m:sup>
                          <m:r>
                            <a:rPr lang="en-US" sz="4400" b="0" i="1" smtClean="0">
                              <a:latin typeface="Cambria Math" panose="02040503050406030204" pitchFamily="18" charset="0"/>
                            </a:rPr>
                            <m:t>2</m:t>
                          </m:r>
                        </m:sup>
                      </m:sSup>
                      <m:r>
                        <a:rPr lang="en-US" sz="4400" b="0" i="1" smtClean="0">
                          <a:latin typeface="Cambria Math" panose="02040503050406030204" pitchFamily="18" charset="0"/>
                        </a:rPr>
                        <m:t>=1−</m:t>
                      </m:r>
                      <m:f>
                        <m:fPr>
                          <m:ctrlPr>
                            <a:rPr lang="en-US" sz="4400" b="0" i="1" smtClean="0">
                              <a:latin typeface="Cambria Math" panose="02040503050406030204" pitchFamily="18" charset="0"/>
                            </a:rPr>
                          </m:ctrlPr>
                        </m:fPr>
                        <m:num>
                          <m:d>
                            <m:dPr>
                              <m:ctrlPr>
                                <a:rPr lang="en-US" sz="4400" b="0" i="1" smtClean="0">
                                  <a:latin typeface="Cambria Math" panose="02040503050406030204" pitchFamily="18" charset="0"/>
                                </a:rPr>
                              </m:ctrlPr>
                            </m:dPr>
                            <m:e>
                              <m:r>
                                <a:rPr lang="en-US" sz="4400" b="0" i="1" smtClean="0">
                                  <a:latin typeface="Cambria Math" panose="02040503050406030204" pitchFamily="18" charset="0"/>
                                </a:rPr>
                                <m:t>1−</m:t>
                              </m:r>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𝑅</m:t>
                                  </m:r>
                                </m:e>
                                <m:sup>
                                  <m:r>
                                    <a:rPr lang="en-US" sz="4400" b="0" i="1" smtClean="0">
                                      <a:latin typeface="Cambria Math" panose="02040503050406030204" pitchFamily="18" charset="0"/>
                                    </a:rPr>
                                    <m:t>2</m:t>
                                  </m:r>
                                </m:sup>
                              </m:sSup>
                            </m:e>
                          </m:d>
                          <m:r>
                            <a:rPr lang="en-US" sz="4400" b="0" i="1" smtClean="0">
                              <a:latin typeface="Cambria Math" panose="02040503050406030204" pitchFamily="18" charset="0"/>
                            </a:rPr>
                            <m:t>∗</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𝑛</m:t>
                              </m:r>
                              <m:r>
                                <a:rPr lang="en-US" sz="4400" b="0" i="1" smtClean="0">
                                  <a:latin typeface="Cambria Math" panose="02040503050406030204" pitchFamily="18" charset="0"/>
                                </a:rPr>
                                <m:t>−1</m:t>
                              </m:r>
                            </m:e>
                          </m:d>
                        </m:num>
                        <m:den>
                          <m:r>
                            <a:rPr lang="en-US" sz="4400" b="0" i="1" smtClean="0">
                              <a:latin typeface="Cambria Math" panose="02040503050406030204" pitchFamily="18" charset="0"/>
                            </a:rPr>
                            <m:t>𝑛</m:t>
                          </m:r>
                          <m:r>
                            <a:rPr lang="en-US" sz="4400" b="0" i="1" smtClean="0">
                              <a:latin typeface="Cambria Math" panose="02040503050406030204" pitchFamily="18" charset="0"/>
                            </a:rPr>
                            <m:t>−</m:t>
                          </m:r>
                          <m:r>
                            <a:rPr lang="en-US" sz="4400" b="0" i="1" smtClean="0">
                              <a:latin typeface="Cambria Math" panose="02040503050406030204" pitchFamily="18" charset="0"/>
                            </a:rPr>
                            <m:t>𝑘</m:t>
                          </m:r>
                          <m:r>
                            <a:rPr lang="en-US" sz="4400" b="0" i="1" smtClean="0">
                              <a:latin typeface="Cambria Math" panose="02040503050406030204" pitchFamily="18" charset="0"/>
                            </a:rPr>
                            <m:t>−1</m:t>
                          </m:r>
                        </m:den>
                      </m:f>
                    </m:oMath>
                  </m:oMathPara>
                </a14:m>
                <a:endParaRPr lang="en-US" sz="4400" b="0" dirty="0"/>
              </a:p>
              <a:p>
                <a:pPr lvl="0"/>
                <a:endParaRPr lang="en-US" sz="4400" dirty="0"/>
              </a:p>
              <a:p>
                <a:pPr lvl="0"/>
                <a:r>
                  <a:rPr lang="en" sz="4400" dirty="0"/>
                  <a:t>k is the number of variables in the model.</a:t>
                </a:r>
              </a:p>
              <a:p>
                <a:pPr lvl="0"/>
                <a:r>
                  <a:rPr lang="en" sz="4400" dirty="0"/>
                  <a:t>If the new variable gives very little additional information -</a:t>
                </a:r>
                <a14:m>
                  <m:oMath xmlns:m="http://schemas.openxmlformats.org/officeDocument/2006/math">
                    <m:r>
                      <a:rPr lang="en-US" sz="4400" b="0" i="1" smtClean="0">
                        <a:latin typeface="Cambria Math" panose="02040503050406030204" pitchFamily="18" charset="0"/>
                      </a:rPr>
                      <m:t>𝐴𝑑𝑗</m:t>
                    </m:r>
                    <m:r>
                      <a:rPr lang="en-US" sz="4400" b="0" i="1" smtClean="0">
                        <a:latin typeface="Cambria Math" panose="02040503050406030204" pitchFamily="18" charset="0"/>
                      </a:rPr>
                      <m:t>.</m:t>
                    </m:r>
                    <m:sSup>
                      <m:sSupPr>
                        <m:ctrlPr>
                          <a:rPr lang="en-US" sz="4400" b="0" i="1" smtClean="0">
                            <a:latin typeface="Cambria Math" panose="02040503050406030204" pitchFamily="18" charset="0"/>
                          </a:rPr>
                        </m:ctrlPr>
                      </m:sSupPr>
                      <m:e>
                        <m:r>
                          <a:rPr lang="en-US" sz="4400" b="0" i="1" smtClean="0">
                            <a:latin typeface="Cambria Math" panose="02040503050406030204" pitchFamily="18" charset="0"/>
                          </a:rPr>
                          <m:t>𝑅</m:t>
                        </m:r>
                      </m:e>
                      <m:sup>
                        <m:r>
                          <a:rPr lang="en-US" sz="4400" b="0" i="1" smtClean="0">
                            <a:latin typeface="Cambria Math" panose="02040503050406030204" pitchFamily="18" charset="0"/>
                          </a:rPr>
                          <m:t>2</m:t>
                        </m:r>
                      </m:sup>
                    </m:sSup>
                  </m:oMath>
                </a14:m>
                <a:r>
                  <a:rPr lang="en" sz="4400" dirty="0"/>
                  <a:t> may even decrease.</a:t>
                </a:r>
                <a:endParaRPr lang="en-US" sz="4400" dirty="0"/>
              </a:p>
            </p:txBody>
          </p:sp>
        </mc:Choice>
        <mc:Fallback xmlns="">
          <p:sp>
            <p:nvSpPr>
              <p:cNvPr id="7" name="TextBox 6">
                <a:extLst>
                  <a:ext uri="{FF2B5EF4-FFF2-40B4-BE49-F238E27FC236}">
                    <a16:creationId xmlns:a16="http://schemas.microsoft.com/office/drawing/2014/main" id="{D9A85860-FDCE-456E-A2E1-EEE6B06F2861}"/>
                  </a:ext>
                </a:extLst>
              </p:cNvPr>
              <p:cNvSpPr txBox="1">
                <a:spLocks noRot="1" noChangeAspect="1" noMove="1" noResize="1" noEditPoints="1" noAdjustHandles="1" noChangeArrowheads="1" noChangeShapeType="1" noTextEdit="1"/>
              </p:cNvSpPr>
              <p:nvPr/>
            </p:nvSpPr>
            <p:spPr>
              <a:xfrm>
                <a:off x="509851" y="637610"/>
                <a:ext cx="11172298" cy="5582779"/>
              </a:xfrm>
              <a:prstGeom prst="rect">
                <a:avLst/>
              </a:prstGeom>
              <a:blipFill>
                <a:blip r:embed="rId2"/>
                <a:stretch>
                  <a:fillRect l="-2238"/>
                </a:stretch>
              </a:blipFill>
            </p:spPr>
            <p:txBody>
              <a:bodyPr/>
              <a:lstStyle/>
              <a:p>
                <a:r xmlns:a="http://schemas.openxmlformats.org/drawingml/2006/main">
                  <a:rPr lang="en">
                    <a:noFill/>
                  </a:rPr>
                  <a:t> </a:t>
                </a:r>
              </a:p>
            </p:txBody>
          </p:sp>
        </mc:Fallback>
      </mc:AlternateContent>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38</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2265366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6B3334-808A-504E-A50D-6DC25D46ACF7}"/>
              </a:ext>
            </a:extLst>
          </p:cNvPr>
          <p:cNvSpPr/>
          <p:nvPr/>
        </p:nvSpPr>
        <p:spPr>
          <a:xfrm>
            <a:off x="509851" y="5974168"/>
            <a:ext cx="581435" cy="2462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A"/>
          </a:p>
        </p:txBody>
      </p:sp>
      <p:sp>
        <p:nvSpPr>
          <p:cNvPr id="7" name="TextBox 6">
            <a:extLst>
              <a:ext uri="{FF2B5EF4-FFF2-40B4-BE49-F238E27FC236}">
                <a16:creationId xmlns:a16="http://schemas.microsoft.com/office/drawing/2014/main" id="{D9A85860-FDCE-456E-A2E1-EEE6B06F2861}"/>
              </a:ext>
            </a:extLst>
          </p:cNvPr>
          <p:cNvSpPr txBox="1">
            <a:spLocks/>
          </p:cNvSpPr>
          <p:nvPr/>
        </p:nvSpPr>
        <p:spPr>
          <a:xfrm>
            <a:off x="509851" y="637610"/>
            <a:ext cx="11172298" cy="5582779"/>
          </a:xfrm>
          <a:prstGeom prst="rect">
            <a:avLst/>
          </a:prstGeom>
          <a:noFill/>
        </p:spPr>
        <p:txBody>
          <a:bodyPr wrap="square" rtlCol="0">
            <a:noAutofit/>
          </a:bodyPr>
          <a:lstStyle/>
          <a:p>
            <a:r>
              <a:rPr lang="en" sz="4400" dirty="0"/>
              <a:t>Models bring discussions to a new level of argumentation, create a discussion about the quality of the model and capture of factors.</a:t>
            </a:r>
          </a:p>
          <a:p>
            <a:endParaRPr lang="uk-UA" sz="4400" dirty="0"/>
          </a:p>
          <a:p>
            <a:r>
              <a:rPr lang="en" sz="4400" dirty="0"/>
              <a:t>Such a discussion is often productive and leads to a deeper understanding of the problem.</a:t>
            </a:r>
          </a:p>
          <a:p>
            <a:endParaRPr lang="uk-UA" sz="4400" dirty="0"/>
          </a:p>
        </p:txBody>
      </p:sp>
      <p:sp>
        <p:nvSpPr>
          <p:cNvPr id="2" name="Slide Number Placeholder 1">
            <a:extLst>
              <a:ext uri="{FF2B5EF4-FFF2-40B4-BE49-F238E27FC236}">
                <a16:creationId xmlns:a16="http://schemas.microsoft.com/office/drawing/2014/main" id="{A98B0869-D35F-4313-85A1-9DE898B37367}"/>
              </a:ext>
            </a:extLst>
          </p:cNvPr>
          <p:cNvSpPr>
            <a:spLocks noGrp="1"/>
          </p:cNvSpPr>
          <p:nvPr>
            <p:ph type="sldNum" sz="quarter" idx="4"/>
          </p:nvPr>
        </p:nvSpPr>
        <p:spPr/>
        <p:txBody>
          <a:bodyPr/>
          <a:lstStyle/>
          <a:p>
            <a:fld id="{A41F123B-2806-8B40-AA2E-3A69674172EE}" type="slidenum">
              <a:rPr lang="en-UA" sz="1600" b="1" smtClean="0"/>
              <a:t>39</a:t>
            </a:fld>
            <a:endParaRPr lang="en-UA" sz="1600" b="1" dirty="0"/>
          </a:p>
        </p:txBody>
      </p:sp>
      <p:sp>
        <p:nvSpPr>
          <p:cNvPr id="10" name="TextBox 9">
            <a:extLst>
              <a:ext uri="{FF2B5EF4-FFF2-40B4-BE49-F238E27FC236}">
                <a16:creationId xmlns:a16="http://schemas.microsoft.com/office/drawing/2014/main" id="{E93E39CF-B99F-42D7-ADD3-472F95FE9B2E}"/>
              </a:ext>
            </a:extLst>
          </p:cNvPr>
          <p:cNvSpPr txBox="1">
            <a:spLocks/>
          </p:cNvSpPr>
          <p:nvPr/>
        </p:nvSpPr>
        <p:spPr>
          <a:xfrm>
            <a:off x="424206" y="7583"/>
            <a:ext cx="10397766" cy="539171"/>
          </a:xfrm>
          <a:prstGeom prst="rect">
            <a:avLst/>
          </a:prstGeom>
          <a:noFill/>
        </p:spPr>
        <p:txBody>
          <a:bodyPr wrap="square" rtlCol="0" anchor="ctr" anchorCtr="0">
            <a:noAutofit/>
          </a:bodyPr>
          <a:lstStyle/>
          <a:p>
            <a:endParaRPr lang="uk-UA" sz="2400" b="1" dirty="0">
              <a:solidFill>
                <a:schemeClr val="bg1"/>
              </a:solidFill>
            </a:endParaRPr>
          </a:p>
        </p:txBody>
      </p:sp>
    </p:spTree>
    <p:extLst>
      <p:ext uri="{BB962C8B-B14F-4D97-AF65-F5344CB8AC3E}">
        <p14:creationId xmlns:p14="http://schemas.microsoft.com/office/powerpoint/2010/main" val="2534050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KSE-Presentation-Web-16x9-Arial">
  <a:themeElements>
    <a:clrScheme name="KSE">
      <a:dk1>
        <a:srgbClr val="003964"/>
      </a:dk1>
      <a:lt1>
        <a:sysClr val="window" lastClr="FFFFFF"/>
      </a:lt1>
      <a:dk2>
        <a:srgbClr val="003964"/>
      </a:dk2>
      <a:lt2>
        <a:srgbClr val="E7E6E6"/>
      </a:lt2>
      <a:accent1>
        <a:srgbClr val="00BBCE"/>
      </a:accent1>
      <a:accent2>
        <a:srgbClr val="F15B43"/>
      </a:accent2>
      <a:accent3>
        <a:srgbClr val="E4E541"/>
      </a:accent3>
      <a:accent4>
        <a:srgbClr val="A7C539"/>
      </a:accent4>
      <a:accent5>
        <a:srgbClr val="003964"/>
      </a:accent5>
      <a:accent6>
        <a:srgbClr val="D33E2C"/>
      </a:accent6>
      <a:hlink>
        <a:srgbClr val="003964"/>
      </a:hlink>
      <a:folHlink>
        <a:srgbClr val="00BBC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SE-Presentation-Web-16x9-Arial" id="{E4E59033-41AF-4E05-A7A1-E03B74CA0C0B}" vid="{9045A685-5528-45AB-9FC1-F1DD6FD9B217}"/>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KSE-Presentation-Web-16x9-Arial</Template>
  <TotalTime>101683</TotalTime>
  <Words>1010</Words>
  <Application>Microsoft Office PowerPoint</Application>
  <PresentationFormat>Широкий екран</PresentationFormat>
  <Paragraphs>147</Paragraphs>
  <Slides>39</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39</vt:i4>
      </vt:variant>
    </vt:vector>
  </HeadingPairs>
  <TitlesOfParts>
    <vt:vector size="43" baseType="lpstr">
      <vt:lpstr>Arial</vt:lpstr>
      <vt:lpstr>Calibri</vt:lpstr>
      <vt:lpstr>Cambria Math</vt:lpstr>
      <vt:lpstr>KSE-Presentation-Web-16x9-Arial</vt:lpstr>
      <vt:lpstr>Linear regressions </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COVID-19: Аналіз поточної ситуації та моделювання сценаріїв поширення захворювання    04 березня 2021</dc:title>
  <dc:creator>iu ga</dc:creator>
  <cp:lastModifiedBy>Дмитро Круковець</cp:lastModifiedBy>
  <cp:revision>1700</cp:revision>
  <dcterms:created xsi:type="dcterms:W3CDTF">2021-03-02T13:15:49Z</dcterms:created>
  <dcterms:modified xsi:type="dcterms:W3CDTF">2024-11-21T09:17:31Z</dcterms:modified>
</cp:coreProperties>
</file>